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84" r:id="rId3"/>
    <p:sldId id="286" r:id="rId4"/>
    <p:sldId id="303" r:id="rId5"/>
    <p:sldId id="322" r:id="rId6"/>
    <p:sldId id="323" r:id="rId7"/>
    <p:sldId id="304" r:id="rId8"/>
    <p:sldId id="305" r:id="rId9"/>
    <p:sldId id="310" r:id="rId10"/>
    <p:sldId id="311" r:id="rId11"/>
    <p:sldId id="312" r:id="rId12"/>
    <p:sldId id="313" r:id="rId13"/>
    <p:sldId id="314" r:id="rId14"/>
    <p:sldId id="315" r:id="rId15"/>
    <p:sldId id="316" r:id="rId16"/>
    <p:sldId id="317" r:id="rId17"/>
    <p:sldId id="318" r:id="rId18"/>
    <p:sldId id="319" r:id="rId19"/>
    <p:sldId id="32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C6F1"/>
    <a:srgbClr val="ECD7DC"/>
    <a:srgbClr val="B96B7E"/>
    <a:srgbClr val="E3C3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91" d="100"/>
          <a:sy n="91" d="100"/>
        </p:scale>
        <p:origin x="370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76CDB-909D-B9C8-7203-4C3DE079FA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762849-A661-88C9-E934-4BA718984D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3924E-093F-F723-9144-CF602D276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1ED8B-FA6D-48BB-B577-4BC8DDBE35F1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6AB72-749C-5759-DD2C-90A9CCD52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6C999-D098-1F01-C9B3-01C7FFF66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4E6E2-B591-4FEC-8D56-642FC1146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186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6412B-4B38-E8E9-0E1B-1E91847FA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853BB-C652-F661-68B7-C63A7E046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7BD26B-5A1B-BBD2-6D06-DE5637026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1ED8B-FA6D-48BB-B577-4BC8DDBE35F1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8F803-2CA8-FD7D-F2AF-976B23800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C4CC5-5CC1-2404-1CC9-E8AA61ADF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4E6E2-B591-4FEC-8D56-642FC1146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5678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3A8F0-38A7-3575-EAD2-DCA861901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836E26-3653-3399-0FA4-17A59F3E4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663BD-0746-D7F3-AA6A-AFF0A7A5A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1ED8B-FA6D-48BB-B577-4BC8DDBE35F1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79FC0-4753-B86F-3F89-0ECD3B816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8D37B-C1BC-868E-8878-23CDC173C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4E6E2-B591-4FEC-8D56-642FC1146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0019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5D764-6D1B-299B-4F2F-0EBBD3D40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D128A-DC3D-815C-2CB3-D6820FE8CA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212906-BF10-1854-A804-80B0E2CEFE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75ACDC-B41B-F237-B230-CB36CF625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1ED8B-FA6D-48BB-B577-4BC8DDBE35F1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D38E04-084C-F4B8-AEEF-039AECCC2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DACB54-0ACA-B8E9-FB12-12130EDF4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4E6E2-B591-4FEC-8D56-642FC1146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622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09B57-47FD-6031-E41E-4ABA5635F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661FB-3352-AFAF-B151-28D2CF8680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C5B3F4-DE01-2979-90B4-9F9871B3D9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AB110F-580C-DA4B-0CF0-0E274EA77C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3C0D16-F90D-43C0-79FB-CE7A1C3289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8411CC-99F5-D5C5-46E6-24EAAF280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1ED8B-FA6D-48BB-B577-4BC8DDBE35F1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43144A-C9FB-5ACF-A42C-683262530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FA927B-622F-D954-7A81-89A10F25E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4E6E2-B591-4FEC-8D56-642FC1146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669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73058-7F6C-9607-BD48-3B460F6AF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830180-4DF2-94D1-B619-F4908AC4A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1ED8B-FA6D-48BB-B577-4BC8DDBE35F1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637B04-308A-C7EB-6969-8906E9CF9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A805CE-2146-7E35-2C69-585E2967C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4E6E2-B591-4FEC-8D56-642FC1146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9136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06FEDE-0A6B-7B72-130C-1AF2C4195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1ED8B-FA6D-48BB-B577-4BC8DDBE35F1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227CBD-8D99-8B09-B3D8-7771D2AAA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83D0D0-B989-4377-9678-932E694BC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4E6E2-B591-4FEC-8D56-642FC1146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9477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0E23C-8918-F4BD-6692-AAAC69E27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D3148-63BF-AE05-51F5-57FDBC30C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01453E-59EC-992A-450E-BC3349DB44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DE2632-6814-CC4C-C834-9FC060168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1ED8B-FA6D-48BB-B577-4BC8DDBE35F1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277C7-A388-9910-C8E5-A704303BA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1D54EB-75F0-68CA-DD5A-1AD381A0E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4E6E2-B591-4FEC-8D56-642FC1146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520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729BF-2FFD-063F-352A-5C74B4E6D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508BCE-BE2F-8BFD-730B-041EB2E824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E929E3-6FBA-334A-D516-9D31B51A8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EFCCD-ED72-0992-76A5-D5F29161C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1ED8B-FA6D-48BB-B577-4BC8DDBE35F1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EEDF68-14F2-B5B4-4C1B-830F29A34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07E8E4-1DAF-21CB-1996-FD52A4E8E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4E6E2-B591-4FEC-8D56-642FC1146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3039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99457-C39C-3DFB-44A2-C633EC5B4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6BF79A-3711-94C9-748A-ADDEEA088C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90AA73-EE24-FAE4-766A-C32F523FA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1ED8B-FA6D-48BB-B577-4BC8DDBE35F1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C4709-8789-7D05-0060-5FCAD7798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30D69-7233-7F19-8B55-05D52A65F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4E6E2-B591-4FEC-8D56-642FC1146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9032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BFCA07-56C3-8E1A-A6EF-C6AA7B6F09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BE6B9-204C-DE8C-896D-30EEE96F46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31A02-9E92-40A5-E18C-76FCD2535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1ED8B-FA6D-48BB-B577-4BC8DDBE35F1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E646F-C8BB-CA26-3D00-DCC49C209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0AAC6-F0B3-B2EE-342E-240332BBE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4E6E2-B591-4FEC-8D56-642FC1146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616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7D692C-AAD7-CA10-29AF-C70081789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DC2767-A6A7-236B-A10C-6410A95CA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EA507-29B5-91BD-5962-8AC6CBA67D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31ED8B-FA6D-48BB-B577-4BC8DDBE35F1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71AAA-539A-4250-E4F9-E7BB28218A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D7D09-5936-A125-7F1D-2719D0BD04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14E6E2-B591-4FEC-8D56-642FC11464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03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www.dezyneecole.com/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6804187-ED88-11DE-D01A-C1FF496B6A8A}"/>
              </a:ext>
            </a:extLst>
          </p:cNvPr>
          <p:cNvSpPr/>
          <p:nvPr/>
        </p:nvSpPr>
        <p:spPr>
          <a:xfrm>
            <a:off x="-101600" y="0"/>
            <a:ext cx="12293600" cy="7049729"/>
          </a:xfrm>
          <a:prstGeom prst="rect">
            <a:avLst/>
          </a:prstGeom>
          <a:gradFill>
            <a:gsLst>
              <a:gs pos="5000">
                <a:schemeClr val="tx2">
                  <a:lumMod val="10000"/>
                  <a:lumOff val="90000"/>
                </a:schemeClr>
              </a:gs>
              <a:gs pos="74000">
                <a:schemeClr val="tx2">
                  <a:lumMod val="10000"/>
                  <a:lumOff val="90000"/>
                </a:schemeClr>
              </a:gs>
              <a:gs pos="83000">
                <a:schemeClr val="tx2">
                  <a:lumMod val="25000"/>
                  <a:lumOff val="75000"/>
                </a:schemeClr>
              </a:gs>
              <a:gs pos="100000">
                <a:schemeClr val="tx2">
                  <a:lumMod val="50000"/>
                  <a:lumOff val="5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1D0D92-E44A-2F7B-3E67-A5DE32B1AA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45226"/>
            <a:ext cx="5555224" cy="526517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14B31D-987E-731B-261E-6E552CCFA274}"/>
              </a:ext>
            </a:extLst>
          </p:cNvPr>
          <p:cNvSpPr txBox="1"/>
          <p:nvPr/>
        </p:nvSpPr>
        <p:spPr>
          <a:xfrm>
            <a:off x="5056771" y="1910199"/>
            <a:ext cx="607858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DIGITAL MARKETING ASSIGNMENT</a:t>
            </a:r>
            <a:endParaRPr lang="en-IN" sz="3000" dirty="0"/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C6943BD7-D354-8886-4205-ABE1A28172AE}"/>
              </a:ext>
            </a:extLst>
          </p:cNvPr>
          <p:cNvSpPr txBox="1"/>
          <p:nvPr/>
        </p:nvSpPr>
        <p:spPr>
          <a:xfrm>
            <a:off x="6234678" y="2759799"/>
            <a:ext cx="3459274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5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Meta Ads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ABEE4E8-D0B3-D701-D7CA-CB79A0373A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9687" y="163816"/>
            <a:ext cx="1339864" cy="13398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E84322A-3F3D-6DC0-BDF3-48888E9EB8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5193" y="-820740"/>
            <a:ext cx="4630199" cy="327387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82BDB6E-DB64-4138-C928-293C8BDB6EA5}"/>
              </a:ext>
            </a:extLst>
          </p:cNvPr>
          <p:cNvSpPr txBox="1"/>
          <p:nvPr/>
        </p:nvSpPr>
        <p:spPr>
          <a:xfrm>
            <a:off x="8018395" y="5039918"/>
            <a:ext cx="40607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Bodoni MT" panose="02070603080606020203" pitchFamily="18" charset="0"/>
              </a:rPr>
              <a:t>Meenakshi Mali</a:t>
            </a:r>
          </a:p>
          <a:p>
            <a:pPr algn="ctr"/>
            <a:r>
              <a:rPr lang="en-IN" sz="2400" b="1" dirty="0">
                <a:latin typeface="Bodoni MT" panose="02070603080606020203" pitchFamily="18" charset="0"/>
              </a:rPr>
              <a:t>BCA – 3</a:t>
            </a:r>
            <a:r>
              <a:rPr lang="en-IN" sz="2400" b="1" baseline="30000" dirty="0">
                <a:latin typeface="Bodoni MT" panose="02070603080606020203" pitchFamily="18" charset="0"/>
              </a:rPr>
              <a:t>rd</a:t>
            </a:r>
            <a:r>
              <a:rPr lang="en-IN" sz="2400" b="1" dirty="0">
                <a:latin typeface="Bodoni MT" panose="02070603080606020203" pitchFamily="18" charset="0"/>
              </a:rPr>
              <a:t> Semester</a:t>
            </a:r>
          </a:p>
          <a:p>
            <a:pPr algn="ctr"/>
            <a:r>
              <a:rPr lang="en-IN" sz="2400" b="1" dirty="0">
                <a:latin typeface="Bodoni MT" panose="02070603080606020203" pitchFamily="18" charset="0"/>
              </a:rPr>
              <a:t>Session – 2026 - 2027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F9867F5-64F9-684B-9166-DAC2829EA072}"/>
              </a:ext>
            </a:extLst>
          </p:cNvPr>
          <p:cNvCxnSpPr/>
          <p:nvPr/>
        </p:nvCxnSpPr>
        <p:spPr>
          <a:xfrm>
            <a:off x="5130800" y="2570480"/>
            <a:ext cx="584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8BF6A1A2-CCF3-6456-7807-BC4A2C5C7B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2788" y="3429000"/>
            <a:ext cx="1650741" cy="1252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336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>
            <a:extLst>
              <a:ext uri="{FF2B5EF4-FFF2-40B4-BE49-F238E27FC236}">
                <a16:creationId xmlns:a16="http://schemas.microsoft.com/office/drawing/2014/main" id="{B7A8797E-4CDE-4867-DBDA-1250F4B6D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6670" y="935972"/>
            <a:ext cx="7691120" cy="3662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46">
              <a:lnSpc>
                <a:spcPct val="150000"/>
              </a:lnSpc>
              <a:tabLst>
                <a:tab pos="12733975" algn="r"/>
              </a:tabLst>
            </a:pPr>
            <a:r>
              <a:rPr lang="en-US" altLang="en-US" sz="1600" b="1" dirty="0">
                <a:solidFill>
                  <a:srgbClr val="000000"/>
                </a:solidFill>
                <a:ea typeface="Calibri" panose="020F0502020204030204" pitchFamily="34" charset="0"/>
              </a:rPr>
              <a:t>Assignment Folio of</a:t>
            </a:r>
            <a:endParaRPr lang="en-US" altLang="en-US" sz="1600" dirty="0"/>
          </a:p>
          <a:p>
            <a:pPr algn="ctr" defTabSz="914446">
              <a:lnSpc>
                <a:spcPct val="150000"/>
              </a:lnSpc>
              <a:tabLst>
                <a:tab pos="12733975" algn="r"/>
              </a:tabLst>
            </a:pPr>
            <a:r>
              <a:rPr lang="en-US" altLang="en-US" sz="1600" dirty="0">
                <a:solidFill>
                  <a:srgbClr val="000000"/>
                </a:solidFill>
                <a:ea typeface="Calibri" panose="020F0502020204030204" pitchFamily="34" charset="0"/>
              </a:rPr>
              <a:t>Digital Marketing</a:t>
            </a:r>
            <a:endParaRPr lang="en-US" altLang="en-US" sz="1600" dirty="0"/>
          </a:p>
          <a:p>
            <a:pPr algn="ctr" defTabSz="914446">
              <a:lnSpc>
                <a:spcPct val="150000"/>
              </a:lnSpc>
              <a:tabLst>
                <a:tab pos="12733975" algn="r"/>
              </a:tabLst>
            </a:pPr>
            <a:r>
              <a:rPr lang="en-US" altLang="en-US" sz="1600" b="1" dirty="0">
                <a:solidFill>
                  <a:srgbClr val="000000"/>
                </a:solidFill>
                <a:ea typeface="Calibri" panose="020F0502020204030204" pitchFamily="34" charset="0"/>
              </a:rPr>
              <a:t>Submitted to </a:t>
            </a:r>
            <a:endParaRPr lang="en-US" altLang="en-US" sz="1600" dirty="0"/>
          </a:p>
          <a:p>
            <a:pPr algn="ctr" defTabSz="914446">
              <a:lnSpc>
                <a:spcPct val="150000"/>
              </a:lnSpc>
              <a:tabLst>
                <a:tab pos="12733975" algn="r"/>
              </a:tabLst>
            </a:pPr>
            <a:r>
              <a:rPr lang="en-US" altLang="en-US" sz="1600" dirty="0" err="1">
                <a:solidFill>
                  <a:srgbClr val="000000"/>
                </a:solidFill>
                <a:ea typeface="Calibri" panose="020F0502020204030204" pitchFamily="34" charset="0"/>
              </a:rPr>
              <a:t>Dezyne</a:t>
            </a:r>
            <a:r>
              <a:rPr lang="en-US" altLang="en-US" sz="1600" dirty="0">
                <a:solidFill>
                  <a:srgbClr val="000000"/>
                </a:solidFill>
                <a:ea typeface="Calibri" panose="020F0502020204030204" pitchFamily="34" charset="0"/>
              </a:rPr>
              <a:t> École College </a:t>
            </a:r>
            <a:endParaRPr lang="en-US" altLang="en-US" sz="1600" dirty="0"/>
          </a:p>
          <a:p>
            <a:pPr algn="ctr" defTabSz="914446">
              <a:lnSpc>
                <a:spcPct val="150000"/>
              </a:lnSpc>
              <a:tabLst>
                <a:tab pos="12733975" algn="r"/>
              </a:tabLst>
            </a:pPr>
            <a:r>
              <a:rPr lang="en-US" altLang="en-US" sz="1600" dirty="0">
                <a:solidFill>
                  <a:srgbClr val="000000"/>
                </a:solidFill>
                <a:ea typeface="Calibri" panose="020F0502020204030204" pitchFamily="34" charset="0"/>
              </a:rPr>
              <a:t>Toward Digital Marketing</a:t>
            </a:r>
            <a:endParaRPr lang="en-US" altLang="en-US" sz="1600" dirty="0"/>
          </a:p>
          <a:p>
            <a:pPr algn="ctr" defTabSz="914446">
              <a:lnSpc>
                <a:spcPct val="150000"/>
              </a:lnSpc>
              <a:tabLst>
                <a:tab pos="12733975" algn="r"/>
              </a:tabLst>
            </a:pPr>
            <a:r>
              <a:rPr lang="en-US" altLang="en-US" sz="1600" b="1" dirty="0">
                <a:solidFill>
                  <a:srgbClr val="000000"/>
                </a:solidFill>
                <a:ea typeface="Calibri" panose="020F0502020204030204" pitchFamily="34" charset="0"/>
              </a:rPr>
              <a:t>By</a:t>
            </a:r>
            <a:endParaRPr lang="en-US" altLang="en-US" sz="1600" dirty="0"/>
          </a:p>
          <a:p>
            <a:pPr algn="ctr" defTabSz="914446">
              <a:lnSpc>
                <a:spcPct val="150000"/>
              </a:lnSpc>
              <a:tabLst>
                <a:tab pos="12733975" algn="r"/>
              </a:tabLst>
            </a:pPr>
            <a:r>
              <a:rPr lang="en-US" altLang="en-US" sz="1600" dirty="0">
                <a:solidFill>
                  <a:srgbClr val="000000"/>
                </a:solidFill>
                <a:ea typeface="Calibri" panose="020F0502020204030204" pitchFamily="34" charset="0"/>
              </a:rPr>
              <a:t>BCA </a:t>
            </a:r>
            <a:endParaRPr lang="en-US" altLang="en-US" sz="1600" dirty="0"/>
          </a:p>
          <a:p>
            <a:pPr algn="ctr" defTabSz="914446">
              <a:lnSpc>
                <a:spcPct val="150000"/>
              </a:lnSpc>
              <a:tabLst>
                <a:tab pos="12733975" algn="r"/>
              </a:tabLst>
            </a:pPr>
            <a:r>
              <a:rPr lang="en-US" altLang="en-US" sz="1600" dirty="0">
                <a:solidFill>
                  <a:srgbClr val="000000"/>
                </a:solidFill>
                <a:ea typeface="Calibri" panose="020F0502020204030204" pitchFamily="34" charset="0"/>
              </a:rPr>
              <a:t>3</a:t>
            </a:r>
            <a:r>
              <a:rPr lang="en-US" altLang="en-US" sz="1600" baseline="30000" dirty="0">
                <a:solidFill>
                  <a:srgbClr val="000000"/>
                </a:solidFill>
                <a:ea typeface="Calibri" panose="020F0502020204030204" pitchFamily="34" charset="0"/>
              </a:rPr>
              <a:t>rd</a:t>
            </a:r>
            <a:r>
              <a:rPr lang="en-US" altLang="en-US" sz="1600" dirty="0">
                <a:solidFill>
                  <a:srgbClr val="000000"/>
                </a:solidFill>
                <a:ea typeface="Calibri" panose="020F0502020204030204" pitchFamily="34" charset="0"/>
              </a:rPr>
              <a:t>  Semester </a:t>
            </a:r>
            <a:endParaRPr lang="en-US" altLang="en-US" sz="1600" dirty="0"/>
          </a:p>
          <a:p>
            <a:pPr algn="ctr" defTabSz="914446">
              <a:lnSpc>
                <a:spcPct val="150000"/>
              </a:lnSpc>
              <a:tabLst>
                <a:tab pos="12733975" algn="r"/>
              </a:tabLst>
            </a:pPr>
            <a:r>
              <a:rPr lang="en-US" altLang="en-US" sz="1600" dirty="0">
                <a:solidFill>
                  <a:srgbClr val="000000"/>
                </a:solidFill>
                <a:ea typeface="Calibri" panose="020F0502020204030204" pitchFamily="34" charset="0"/>
              </a:rPr>
              <a:t>Meenakshi Mali</a:t>
            </a:r>
            <a:endParaRPr lang="en-US" altLang="en-US" sz="1600" dirty="0"/>
          </a:p>
          <a:p>
            <a:pPr algn="ctr" defTabSz="914446">
              <a:tabLst>
                <a:tab pos="12733975" algn="r"/>
              </a:tabLst>
            </a:pPr>
            <a:endParaRPr lang="en-US" altLang="en-US" sz="1600" dirty="0"/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A4B9F9CF-4224-A692-32B5-4C85DDC836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7968" y="5354791"/>
            <a:ext cx="4888523" cy="1134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46"/>
            <a:r>
              <a:rPr lang="en-US" altLang="en-US" sz="1600" dirty="0" err="1">
                <a:solidFill>
                  <a:srgbClr val="000000"/>
                </a:solidFill>
                <a:ea typeface="Calibri" panose="020F0502020204030204" pitchFamily="34" charset="0"/>
              </a:rPr>
              <a:t>Dezyne</a:t>
            </a:r>
            <a:r>
              <a:rPr lang="en-US" altLang="en-US" sz="1600" dirty="0">
                <a:solidFill>
                  <a:srgbClr val="000000"/>
                </a:solidFill>
                <a:ea typeface="Calibri" panose="020F0502020204030204" pitchFamily="34" charset="0"/>
              </a:rPr>
              <a:t> École College </a:t>
            </a:r>
            <a:endParaRPr lang="en-US" altLang="en-US" sz="1600" dirty="0"/>
          </a:p>
          <a:p>
            <a:pPr algn="ctr" defTabSz="914446"/>
            <a:r>
              <a:rPr lang="en-US" altLang="en-US" sz="1600" dirty="0">
                <a:solidFill>
                  <a:srgbClr val="000000"/>
                </a:solidFill>
                <a:ea typeface="Calibri" panose="020F0502020204030204" pitchFamily="34" charset="0"/>
              </a:rPr>
              <a:t>106/10, Civil Lines, Ajmer</a:t>
            </a:r>
          </a:p>
          <a:p>
            <a:pPr algn="ctr" defTabSz="914446"/>
            <a:r>
              <a:rPr lang="en-US" altLang="en-US" sz="1600" dirty="0">
                <a:solidFill>
                  <a:srgbClr val="000000"/>
                </a:solidFill>
                <a:ea typeface="Calibri" panose="020F0502020204030204" pitchFamily="34" charset="0"/>
              </a:rPr>
              <a:t> </a:t>
            </a:r>
            <a:r>
              <a:rPr lang="en-US" altLang="en-US" sz="1600" dirty="0">
                <a:solidFill>
                  <a:srgbClr val="0563C1"/>
                </a:solidFill>
                <a:ea typeface="Calibri" panose="020F0502020204030204" pitchFamily="34" charset="0"/>
                <a:hlinkClick r:id="rId2"/>
              </a:rPr>
              <a:t>www.dezyneecole.com</a:t>
            </a:r>
            <a:endParaRPr lang="en-US" altLang="en-US" sz="1600" dirty="0">
              <a:solidFill>
                <a:srgbClr val="0563C1"/>
              </a:solidFill>
              <a:ea typeface="Calibri" panose="020F0502020204030204" pitchFamily="34" charset="0"/>
            </a:endParaRPr>
          </a:p>
          <a:p>
            <a:pPr algn="ctr" defTabSz="914446">
              <a:lnSpc>
                <a:spcPct val="150000"/>
              </a:lnSpc>
            </a:pPr>
            <a:r>
              <a:rPr lang="en-US" altLang="en-US" sz="1500" dirty="0">
                <a:ea typeface="Calibri" panose="020F0502020204030204" pitchFamily="34" charset="0"/>
              </a:rPr>
              <a:t>2026-2028</a:t>
            </a:r>
            <a:endParaRPr lang="en-US" altLang="en-US" sz="15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B6EFBB8-C1F4-BDE9-52A6-8F58DF04CCA0}"/>
              </a:ext>
            </a:extLst>
          </p:cNvPr>
          <p:cNvCxnSpPr/>
          <p:nvPr/>
        </p:nvCxnSpPr>
        <p:spPr>
          <a:xfrm>
            <a:off x="12588240" y="3657600"/>
            <a:ext cx="914400" cy="9144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D969D57-9748-F831-0705-D95471CA9646}"/>
              </a:ext>
            </a:extLst>
          </p:cNvPr>
          <p:cNvCxnSpPr>
            <a:cxnSpLocks/>
          </p:cNvCxnSpPr>
          <p:nvPr/>
        </p:nvCxnSpPr>
        <p:spPr>
          <a:xfrm>
            <a:off x="294969" y="611883"/>
            <a:ext cx="11415251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8D36E1A-E02B-6D8F-42DA-1D8AABB53209}"/>
              </a:ext>
            </a:extLst>
          </p:cNvPr>
          <p:cNvSpPr txBox="1"/>
          <p:nvPr/>
        </p:nvSpPr>
        <p:spPr>
          <a:xfrm>
            <a:off x="9122801" y="136791"/>
            <a:ext cx="2813539" cy="37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2733975" algn="r"/>
              </a:tabLst>
            </a:pP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Assignment Report</a:t>
            </a:r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B40EFA-16E5-4749-56D8-B1A5F1C3CB4A}"/>
              </a:ext>
            </a:extLst>
          </p:cNvPr>
          <p:cNvSpPr txBox="1"/>
          <p:nvPr/>
        </p:nvSpPr>
        <p:spPr>
          <a:xfrm>
            <a:off x="187570" y="205438"/>
            <a:ext cx="2813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b="1" dirty="0">
                <a:solidFill>
                  <a:srgbClr val="2F5597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Digital Marketing</a:t>
            </a:r>
            <a:endParaRPr lang="en-IN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D476C3-FD6B-BBBB-3FE7-C097D12DD2F5}"/>
              </a:ext>
            </a:extLst>
          </p:cNvPr>
          <p:cNvSpPr txBox="1"/>
          <p:nvPr/>
        </p:nvSpPr>
        <p:spPr>
          <a:xfrm>
            <a:off x="187569" y="674362"/>
            <a:ext cx="2813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ASSIGNMENT FOLIO</a:t>
            </a:r>
            <a:endParaRPr lang="en-US" altLang="en-US" sz="1400" dirty="0">
              <a:latin typeface="Arial" panose="020B0604020202020204" pitchFamily="34" charset="0"/>
            </a:endParaRPr>
          </a:p>
          <a:p>
            <a:endParaRPr lang="en-IN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00D149-F628-044E-0039-63A785F1EABB}"/>
              </a:ext>
            </a:extLst>
          </p:cNvPr>
          <p:cNvSpPr txBox="1"/>
          <p:nvPr/>
        </p:nvSpPr>
        <p:spPr>
          <a:xfrm>
            <a:off x="5090160" y="4349816"/>
            <a:ext cx="1493520" cy="943544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9DBF45E-BAD1-DF12-8E84-05DF188220BF}"/>
              </a:ext>
            </a:extLst>
          </p:cNvPr>
          <p:cNvCxnSpPr>
            <a:cxnSpLocks/>
          </p:cNvCxnSpPr>
          <p:nvPr/>
        </p:nvCxnSpPr>
        <p:spPr>
          <a:xfrm>
            <a:off x="388375" y="6525986"/>
            <a:ext cx="11415251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8374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07859-BB80-F4CE-5A29-35A1DC97B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556C41E-846E-8A10-3084-5ABB7CED1123}"/>
              </a:ext>
            </a:extLst>
          </p:cNvPr>
          <p:cNvCxnSpPr/>
          <p:nvPr/>
        </p:nvCxnSpPr>
        <p:spPr>
          <a:xfrm>
            <a:off x="12588240" y="3657600"/>
            <a:ext cx="914400" cy="9144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D71B645-F9D8-B629-C99B-ED54968946C8}"/>
              </a:ext>
            </a:extLst>
          </p:cNvPr>
          <p:cNvCxnSpPr>
            <a:cxnSpLocks/>
          </p:cNvCxnSpPr>
          <p:nvPr/>
        </p:nvCxnSpPr>
        <p:spPr>
          <a:xfrm>
            <a:off x="735075" y="735916"/>
            <a:ext cx="10343536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C9A2AAC-BCC4-A1AA-C9E1-B6245CC48FC8}"/>
              </a:ext>
            </a:extLst>
          </p:cNvPr>
          <p:cNvSpPr txBox="1"/>
          <p:nvPr/>
        </p:nvSpPr>
        <p:spPr>
          <a:xfrm>
            <a:off x="9774702" y="282278"/>
            <a:ext cx="2813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Case Study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D653B6-E739-25B8-9B01-626F9B7F5EBD}"/>
              </a:ext>
            </a:extLst>
          </p:cNvPr>
          <p:cNvSpPr txBox="1"/>
          <p:nvPr/>
        </p:nvSpPr>
        <p:spPr>
          <a:xfrm>
            <a:off x="633045" y="347566"/>
            <a:ext cx="2813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b="1" dirty="0">
                <a:solidFill>
                  <a:srgbClr val="2F5597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Digital Marketing</a:t>
            </a:r>
            <a:endParaRPr lang="en-IN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4682B5-B501-ED76-DE5D-9A6E57E2A01B}"/>
              </a:ext>
            </a:extLst>
          </p:cNvPr>
          <p:cNvSpPr txBox="1"/>
          <p:nvPr/>
        </p:nvSpPr>
        <p:spPr>
          <a:xfrm>
            <a:off x="633045" y="751969"/>
            <a:ext cx="2813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ASSIGNMENT FOLIO</a:t>
            </a:r>
            <a:endParaRPr lang="en-US" altLang="en-US" sz="1200" dirty="0">
              <a:latin typeface="Arial" panose="020B0604020202020204" pitchFamily="34" charset="0"/>
            </a:endParaRPr>
          </a:p>
          <a:p>
            <a:endParaRPr lang="en-IN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3A7CE1-D839-5E49-4BFF-A12CBD7D9A87}"/>
              </a:ext>
            </a:extLst>
          </p:cNvPr>
          <p:cNvSpPr txBox="1"/>
          <p:nvPr/>
        </p:nvSpPr>
        <p:spPr>
          <a:xfrm>
            <a:off x="609601" y="1148856"/>
            <a:ext cx="10828420" cy="4560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500" dirty="0"/>
              <a:t>We take this opportunity to express our sincere gratitude to </a:t>
            </a:r>
            <a:r>
              <a:rPr lang="en-IN" sz="1500" dirty="0" err="1"/>
              <a:t>Dezyne</a:t>
            </a:r>
            <a:r>
              <a:rPr lang="en-IN" sz="1500" dirty="0"/>
              <a:t> École College for providing us with the knowledge, resources, and guidance essential to the successful completion of this project.</a:t>
            </a:r>
          </a:p>
          <a:p>
            <a:pPr>
              <a:lnSpc>
                <a:spcPct val="150000"/>
              </a:lnSpc>
            </a:pPr>
            <a:r>
              <a:rPr lang="en-IN" sz="1500" dirty="0"/>
              <a:t>Our deepest thanks to our respected Principal, </a:t>
            </a:r>
            <a:r>
              <a:rPr lang="en-IN" sz="1500" b="1" dirty="0"/>
              <a:t>Dr. Vinita Mathur</a:t>
            </a:r>
            <a:r>
              <a:rPr lang="en-IN" sz="1500" dirty="0"/>
              <a:t>, for her visionary leadership and continuous encouragement. Her commitment to academic excellence and student growth has been a constant source of motivation and pride.</a:t>
            </a:r>
          </a:p>
          <a:p>
            <a:pPr>
              <a:lnSpc>
                <a:spcPct val="150000"/>
              </a:lnSpc>
            </a:pPr>
            <a:r>
              <a:rPr lang="en-IN" sz="1500" dirty="0"/>
              <a:t>We are equally thankful to all our faculty members for their consistent support, expert advice, and valuable insights that shaped our learning and helped us achieve this milestone.</a:t>
            </a:r>
          </a:p>
          <a:p>
            <a:pPr>
              <a:lnSpc>
                <a:spcPct val="150000"/>
              </a:lnSpc>
            </a:pPr>
            <a:r>
              <a:rPr lang="en-IN" sz="1500" dirty="0"/>
              <a:t>Lastly, we extend heartfelt thanks to everyone who directly or indirectly contributed to the success of this project.</a:t>
            </a:r>
          </a:p>
          <a:p>
            <a:pPr>
              <a:lnSpc>
                <a:spcPct val="150000"/>
              </a:lnSpc>
            </a:pPr>
            <a:r>
              <a:rPr lang="en-IN" sz="1500" dirty="0"/>
              <a:t>We are proud to be part of </a:t>
            </a:r>
            <a:r>
              <a:rPr lang="en-IN" sz="1500" dirty="0" err="1"/>
              <a:t>Dezyne</a:t>
            </a:r>
            <a:r>
              <a:rPr lang="en-IN" sz="1500" dirty="0"/>
              <a:t> École College, an institution that truly nurtures professionalism, innovation, and purpose.</a:t>
            </a:r>
          </a:p>
          <a:p>
            <a:pPr>
              <a:lnSpc>
                <a:spcPct val="150000"/>
              </a:lnSpc>
            </a:pPr>
            <a:endParaRPr lang="en-IN" sz="1500" b="1" dirty="0"/>
          </a:p>
          <a:p>
            <a:pPr>
              <a:lnSpc>
                <a:spcPct val="150000"/>
              </a:lnSpc>
            </a:pPr>
            <a:r>
              <a:rPr lang="en-IN" sz="1500" dirty="0"/>
              <a:t>With sincere appreciation,</a:t>
            </a:r>
          </a:p>
          <a:p>
            <a:pPr>
              <a:lnSpc>
                <a:spcPct val="150000"/>
              </a:lnSpc>
            </a:pPr>
            <a:r>
              <a:rPr lang="en-IN" sz="1500" dirty="0"/>
              <a:t>Meenakshi Mali</a:t>
            </a:r>
            <a:br>
              <a:rPr lang="en-IN" sz="1500" dirty="0"/>
            </a:br>
            <a:r>
              <a:rPr lang="en-IN" sz="1500" dirty="0"/>
              <a:t>Department of BCA</a:t>
            </a:r>
            <a:br>
              <a:rPr lang="en-IN" sz="1500" dirty="0"/>
            </a:br>
            <a:r>
              <a:rPr lang="en-IN" sz="1500" dirty="0" err="1"/>
              <a:t>Dezyne</a:t>
            </a:r>
            <a:r>
              <a:rPr lang="en-IN" sz="1500" dirty="0"/>
              <a:t> École College, Ajmer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3FC9F04-B29B-9EB1-47C2-3301A9387ECD}"/>
              </a:ext>
            </a:extLst>
          </p:cNvPr>
          <p:cNvCxnSpPr>
            <a:cxnSpLocks/>
          </p:cNvCxnSpPr>
          <p:nvPr/>
        </p:nvCxnSpPr>
        <p:spPr>
          <a:xfrm>
            <a:off x="837934" y="6315722"/>
            <a:ext cx="10343536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9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A6BBC-BFEB-C87E-BB21-CE53BF2F6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3AFD626-1B38-5AA2-9B33-233961AE8221}"/>
              </a:ext>
            </a:extLst>
          </p:cNvPr>
          <p:cNvCxnSpPr/>
          <p:nvPr/>
        </p:nvCxnSpPr>
        <p:spPr>
          <a:xfrm>
            <a:off x="12588240" y="3657600"/>
            <a:ext cx="914400" cy="9144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ED061FB-DE51-6370-BA8B-8FC242203AE4}"/>
              </a:ext>
            </a:extLst>
          </p:cNvPr>
          <p:cNvCxnSpPr>
            <a:cxnSpLocks/>
          </p:cNvCxnSpPr>
          <p:nvPr/>
        </p:nvCxnSpPr>
        <p:spPr>
          <a:xfrm>
            <a:off x="294968" y="611883"/>
            <a:ext cx="11415251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8BC501A-E9C7-4590-95A6-10A7B1127404}"/>
              </a:ext>
            </a:extLst>
          </p:cNvPr>
          <p:cNvSpPr txBox="1"/>
          <p:nvPr/>
        </p:nvSpPr>
        <p:spPr>
          <a:xfrm>
            <a:off x="9122800" y="136791"/>
            <a:ext cx="2813539" cy="37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</a:pPr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Case Study</a:t>
            </a:r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21D964-6BDB-9ED3-8D8D-D7DD93BAB971}"/>
              </a:ext>
            </a:extLst>
          </p:cNvPr>
          <p:cNvSpPr txBox="1"/>
          <p:nvPr/>
        </p:nvSpPr>
        <p:spPr>
          <a:xfrm>
            <a:off x="187569" y="205438"/>
            <a:ext cx="2813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b="1" dirty="0">
                <a:solidFill>
                  <a:srgbClr val="2F5597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Digital Marketing</a:t>
            </a:r>
            <a:endParaRPr lang="en-IN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42DCFE-3839-50CB-7283-DEA7691D2000}"/>
              </a:ext>
            </a:extLst>
          </p:cNvPr>
          <p:cNvSpPr txBox="1"/>
          <p:nvPr/>
        </p:nvSpPr>
        <p:spPr>
          <a:xfrm>
            <a:off x="187568" y="674361"/>
            <a:ext cx="2813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ASSIGNMENT FOLIO</a:t>
            </a:r>
            <a:endParaRPr lang="en-US" altLang="en-US" sz="1400" dirty="0">
              <a:latin typeface="Arial" panose="020B0604020202020204" pitchFamily="34" charset="0"/>
            </a:endParaRPr>
          </a:p>
          <a:p>
            <a:endParaRPr lang="en-IN" sz="14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CCBA1B5-FE36-77B1-935C-91279471FC01}"/>
              </a:ext>
            </a:extLst>
          </p:cNvPr>
          <p:cNvCxnSpPr>
            <a:cxnSpLocks/>
          </p:cNvCxnSpPr>
          <p:nvPr/>
        </p:nvCxnSpPr>
        <p:spPr>
          <a:xfrm>
            <a:off x="388374" y="6525986"/>
            <a:ext cx="11415251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19510F4-96E9-29A4-4F42-7017716DF577}"/>
              </a:ext>
            </a:extLst>
          </p:cNvPr>
          <p:cNvSpPr txBox="1"/>
          <p:nvPr/>
        </p:nvSpPr>
        <p:spPr>
          <a:xfrm>
            <a:off x="241267" y="1197581"/>
            <a:ext cx="11522651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b="1" dirty="0"/>
              <a:t>Objectives:</a:t>
            </a:r>
          </a:p>
          <a:p>
            <a:pPr algn="just"/>
            <a:r>
              <a:rPr lang="en-US" sz="1600" dirty="0"/>
              <a:t>Increase Instagram Profile Visits, Boost Brand Awareness, Grow Followers Organically, Increase Engagement Rate &amp; Improve Content Reach.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b="1" dirty="0"/>
              <a:t>Key Feature:</a:t>
            </a:r>
          </a:p>
          <a:p>
            <a:pPr algn="just"/>
            <a:endParaRPr lang="en-US" sz="1600" b="1" dirty="0"/>
          </a:p>
          <a:p>
            <a:pPr algn="just"/>
            <a:r>
              <a:rPr lang="en-US" sz="1600" b="1" dirty="0"/>
              <a:t>1. Traffic Campaign Objective</a:t>
            </a:r>
          </a:p>
          <a:p>
            <a:pPr algn="just"/>
            <a:r>
              <a:rPr lang="en-US" sz="1600" dirty="0"/>
              <a:t>Selected the "Traffic" objective in Meta Ads Manager to drive Instagram profile visits.</a:t>
            </a:r>
          </a:p>
          <a:p>
            <a:pPr algn="just"/>
            <a:endParaRPr lang="en-US" sz="1600" b="1" dirty="0"/>
          </a:p>
          <a:p>
            <a:pPr algn="just"/>
            <a:r>
              <a:rPr lang="en-US" sz="1600" b="1" dirty="0"/>
              <a:t>2. Audience Targeting</a:t>
            </a:r>
          </a:p>
          <a:p>
            <a:pPr algn="just"/>
            <a:r>
              <a:rPr lang="en-US" sz="1600" dirty="0"/>
              <a:t>Targeted users based on age, interests, behavior, and location.</a:t>
            </a:r>
          </a:p>
          <a:p>
            <a:pPr algn="just"/>
            <a:endParaRPr lang="en-US" sz="1600" b="1" dirty="0"/>
          </a:p>
          <a:p>
            <a:pPr algn="just"/>
            <a:r>
              <a:rPr lang="en-US" sz="1600" b="1" dirty="0"/>
              <a:t>3. Engaging Creative Content</a:t>
            </a:r>
          </a:p>
          <a:p>
            <a:pPr algn="just"/>
            <a:r>
              <a:rPr lang="en-US" sz="1600" dirty="0"/>
              <a:t>Used eye-catching Reels, carousel posts, and strong captions.</a:t>
            </a:r>
          </a:p>
          <a:p>
            <a:pPr algn="just"/>
            <a:endParaRPr lang="en-US" sz="1600" b="1" dirty="0"/>
          </a:p>
          <a:p>
            <a:pPr algn="just"/>
            <a:r>
              <a:rPr lang="en-US" sz="1600" b="1" dirty="0"/>
              <a:t>4. Call-to-Action Button</a:t>
            </a:r>
          </a:p>
          <a:p>
            <a:pPr algn="just"/>
            <a:r>
              <a:rPr lang="en-US" sz="1600" dirty="0"/>
              <a:t>Used "Visit Instagram Profile" to direct users instantly.</a:t>
            </a:r>
          </a:p>
          <a:p>
            <a:pPr algn="just"/>
            <a:endParaRPr lang="en-US" sz="1600" b="1" dirty="0"/>
          </a:p>
          <a:p>
            <a:pPr algn="just"/>
            <a:r>
              <a:rPr lang="en-US" sz="1600" b="1" dirty="0"/>
              <a:t>5. Performance Tracking</a:t>
            </a:r>
          </a:p>
          <a:p>
            <a:pPr algn="just"/>
            <a:r>
              <a:rPr lang="en-US" sz="1600" dirty="0"/>
              <a:t>Monitored metrics like CTR, Profile Visits, CPC, and Engagement Rate.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166131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4D818-498D-A6E1-F113-A6F291431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288C299-680E-888B-594E-D301AAE61A5D}"/>
              </a:ext>
            </a:extLst>
          </p:cNvPr>
          <p:cNvSpPr/>
          <p:nvPr/>
        </p:nvSpPr>
        <p:spPr>
          <a:xfrm>
            <a:off x="-50800" y="-95865"/>
            <a:ext cx="12293600" cy="7049729"/>
          </a:xfrm>
          <a:prstGeom prst="rect">
            <a:avLst/>
          </a:prstGeom>
          <a:gradFill>
            <a:gsLst>
              <a:gs pos="5000">
                <a:schemeClr val="tx2">
                  <a:lumMod val="10000"/>
                  <a:lumOff val="90000"/>
                </a:schemeClr>
              </a:gs>
              <a:gs pos="74000">
                <a:schemeClr val="tx2">
                  <a:lumMod val="10000"/>
                  <a:lumOff val="90000"/>
                </a:schemeClr>
              </a:gs>
              <a:gs pos="83000">
                <a:schemeClr val="tx2">
                  <a:lumMod val="25000"/>
                  <a:lumOff val="75000"/>
                </a:schemeClr>
              </a:gs>
              <a:gs pos="100000">
                <a:schemeClr val="tx2">
                  <a:lumMod val="50000"/>
                  <a:lumOff val="5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75281BC-C88D-A0E7-23B4-9E3580540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61" y="0"/>
            <a:ext cx="936000" cy="936000"/>
          </a:xfrm>
          <a:prstGeom prst="rect">
            <a:avLst/>
          </a:prstGeom>
        </p:spPr>
      </p:pic>
      <p:sp>
        <p:nvSpPr>
          <p:cNvPr id="2" name="Freeform: Shape 1">
            <a:extLst>
              <a:ext uri="{FF2B5EF4-FFF2-40B4-BE49-F238E27FC236}">
                <a16:creationId xmlns:a16="http://schemas.microsoft.com/office/drawing/2014/main" id="{CC275EC2-42EA-A601-9034-035194FE46E0}"/>
              </a:ext>
            </a:extLst>
          </p:cNvPr>
          <p:cNvSpPr/>
          <p:nvPr/>
        </p:nvSpPr>
        <p:spPr>
          <a:xfrm rot="13501645" flipH="1" flipV="1">
            <a:off x="4565287" y="1750873"/>
            <a:ext cx="2767460" cy="2892732"/>
          </a:xfrm>
          <a:custGeom>
            <a:avLst/>
            <a:gdLst>
              <a:gd name="csX0" fmla="*/ 5618302 w 8845647"/>
              <a:gd name="csY0" fmla="*/ 1142521 h 8116992"/>
              <a:gd name="csX1" fmla="*/ 5101211 w 8845647"/>
              <a:gd name="csY1" fmla="*/ 2220709 h 8116992"/>
              <a:gd name="csX2" fmla="*/ 5103444 w 8845647"/>
              <a:gd name="csY2" fmla="*/ 3616888 h 8116992"/>
              <a:gd name="csX3" fmla="*/ 6529120 w 8845647"/>
              <a:gd name="csY3" fmla="*/ 3614609 h 8116992"/>
              <a:gd name="csX4" fmla="*/ 7952562 w 8845647"/>
              <a:gd name="csY4" fmla="*/ 2216150 h 8116992"/>
              <a:gd name="csX5" fmla="*/ 6524655 w 8845647"/>
              <a:gd name="csY5" fmla="*/ 822250 h 8116992"/>
              <a:gd name="csX6" fmla="*/ 6524654 w 8845647"/>
              <a:gd name="csY6" fmla="*/ 822253 h 8116992"/>
              <a:gd name="csX7" fmla="*/ 5618302 w 8845647"/>
              <a:gd name="csY7" fmla="*/ 1142521 h 8116992"/>
              <a:gd name="csX8" fmla="*/ 1491260 w 8845647"/>
              <a:gd name="csY8" fmla="*/ 4751671 h 8116992"/>
              <a:gd name="csX9" fmla="*/ 1002517 w 8845647"/>
              <a:gd name="csY9" fmla="*/ 5843002 h 8116992"/>
              <a:gd name="csX10" fmla="*/ 2466358 w 8845647"/>
              <a:gd name="csY10" fmla="*/ 7199117 h 8116992"/>
              <a:gd name="csX11" fmla="*/ 2466357 w 8845647"/>
              <a:gd name="csY11" fmla="*/ 7199116 h 8116992"/>
              <a:gd name="csX12" fmla="*/ 3852775 w 8845647"/>
              <a:gd name="csY12" fmla="*/ 5763942 h 8116992"/>
              <a:gd name="csX13" fmla="*/ 3814063 w 8845647"/>
              <a:gd name="csY13" fmla="*/ 4368299 h 8116992"/>
              <a:gd name="csX14" fmla="*/ 2388934 w 8845647"/>
              <a:gd name="csY14" fmla="*/ 4407828 h 8116992"/>
              <a:gd name="csX15" fmla="*/ 1491260 w 8845647"/>
              <a:gd name="csY15" fmla="*/ 4751671 h 8116992"/>
              <a:gd name="csX16" fmla="*/ 4836781 w 8845647"/>
              <a:gd name="csY16" fmla="*/ 620466 h 8116992"/>
              <a:gd name="csX17" fmla="*/ 6531678 w 8845647"/>
              <a:gd name="csY17" fmla="*/ 865 h 8116992"/>
              <a:gd name="csX18" fmla="*/ 8844894 w 8845647"/>
              <a:gd name="csY18" fmla="*/ 2328029 h 8116992"/>
              <a:gd name="csX19" fmla="*/ 6413267 w 8845647"/>
              <a:gd name="csY19" fmla="*/ 4531175 h 8116992"/>
              <a:gd name="csX20" fmla="*/ 4746465 w 8845647"/>
              <a:gd name="csY20" fmla="*/ 4487609 h 8116992"/>
              <a:gd name="csX21" fmla="*/ 4746465 w 8845647"/>
              <a:gd name="csY21" fmla="*/ 3585133 h 8116992"/>
              <a:gd name="csX22" fmla="*/ 4746465 w 8845647"/>
              <a:gd name="csY22" fmla="*/ 3585133 h 8116992"/>
              <a:gd name="csX23" fmla="*/ 4746464 w 8845647"/>
              <a:gd name="csY23" fmla="*/ 4487609 h 8116992"/>
              <a:gd name="csX24" fmla="*/ 4040845 w 8845647"/>
              <a:gd name="csY24" fmla="*/ 4469166 h 8116992"/>
              <a:gd name="csX25" fmla="*/ 4040845 w 8845647"/>
              <a:gd name="csY25" fmla="*/ 4469166 h 8116992"/>
              <a:gd name="csX26" fmla="*/ 4746465 w 8845647"/>
              <a:gd name="csY26" fmla="*/ 4487609 h 8116992"/>
              <a:gd name="csX27" fmla="*/ 4746465 w 8845647"/>
              <a:gd name="csY27" fmla="*/ 5851062 h 8116992"/>
              <a:gd name="csX28" fmla="*/ 2373232 w 8845647"/>
              <a:gd name="csY28" fmla="*/ 8116992 h 8116992"/>
              <a:gd name="csX29" fmla="*/ 0 w 8845647"/>
              <a:gd name="csY29" fmla="*/ 5851062 h 8116992"/>
              <a:gd name="csX30" fmla="*/ 695104 w 8845647"/>
              <a:gd name="csY30" fmla="*/ 4248809 h 8116992"/>
              <a:gd name="csX31" fmla="*/ 2373232 w 8845647"/>
              <a:gd name="csY31" fmla="*/ 3585133 h 8116992"/>
              <a:gd name="csX32" fmla="*/ 4063950 w 8845647"/>
              <a:gd name="csY32" fmla="*/ 3585133 h 8116992"/>
              <a:gd name="csX33" fmla="*/ 4063950 w 8845647"/>
              <a:gd name="csY33" fmla="*/ 3585133 h 8116992"/>
              <a:gd name="csX34" fmla="*/ 4063952 w 8845647"/>
              <a:gd name="csY34" fmla="*/ 3585133 h 8116992"/>
              <a:gd name="csX35" fmla="*/ 4100050 w 8845647"/>
              <a:gd name="csY35" fmla="*/ 2204010 h 8116992"/>
              <a:gd name="csX36" fmla="*/ 4836781 w 8845647"/>
              <a:gd name="csY36" fmla="*/ 620466 h 81169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8845647" h="8116992">
                <a:moveTo>
                  <a:pt x="5618302" y="1142521"/>
                </a:moveTo>
                <a:cubicBezTo>
                  <a:pt x="5301859" y="1399107"/>
                  <a:pt x="5100518" y="1786974"/>
                  <a:pt x="5101211" y="2220709"/>
                </a:cubicBezTo>
                <a:lnTo>
                  <a:pt x="5103444" y="3616888"/>
                </a:lnTo>
                <a:lnTo>
                  <a:pt x="6529120" y="3614609"/>
                </a:lnTo>
                <a:cubicBezTo>
                  <a:pt x="7316498" y="3613350"/>
                  <a:pt x="7953794" y="2987238"/>
                  <a:pt x="7952562" y="2216150"/>
                </a:cubicBezTo>
                <a:cubicBezTo>
                  <a:pt x="7951329" y="1445062"/>
                  <a:pt x="7312033" y="820991"/>
                  <a:pt x="6524655" y="822250"/>
                </a:cubicBezTo>
                <a:lnTo>
                  <a:pt x="6524654" y="822253"/>
                </a:lnTo>
                <a:cubicBezTo>
                  <a:pt x="6180176" y="822802"/>
                  <a:pt x="5864425" y="942954"/>
                  <a:pt x="5618302" y="1142521"/>
                </a:cubicBezTo>
                <a:close/>
                <a:moveTo>
                  <a:pt x="1491260" y="4751671"/>
                </a:moveTo>
                <a:cubicBezTo>
                  <a:pt x="1181629" y="5016437"/>
                  <a:pt x="990491" y="5409431"/>
                  <a:pt x="1002517" y="5843002"/>
                </a:cubicBezTo>
                <a:cubicBezTo>
                  <a:pt x="1023897" y="6613795"/>
                  <a:pt x="1679280" y="7220949"/>
                  <a:pt x="2466358" y="7199117"/>
                </a:cubicBezTo>
                <a:lnTo>
                  <a:pt x="2466357" y="7199116"/>
                </a:lnTo>
                <a:cubicBezTo>
                  <a:pt x="3253435" y="7177284"/>
                  <a:pt x="3874155" y="6534735"/>
                  <a:pt x="3852775" y="5763942"/>
                </a:cubicBezTo>
                <a:lnTo>
                  <a:pt x="3814063" y="4368299"/>
                </a:lnTo>
                <a:lnTo>
                  <a:pt x="2388934" y="4407828"/>
                </a:lnTo>
                <a:cubicBezTo>
                  <a:pt x="2044588" y="4417380"/>
                  <a:pt x="1732083" y="4545740"/>
                  <a:pt x="1491260" y="4751671"/>
                </a:cubicBezTo>
                <a:close/>
                <a:moveTo>
                  <a:pt x="4836781" y="620466"/>
                </a:moveTo>
                <a:cubicBezTo>
                  <a:pt x="5276820" y="221776"/>
                  <a:pt x="5876553" y="-16259"/>
                  <a:pt x="6531678" y="865"/>
                </a:cubicBezTo>
                <a:cubicBezTo>
                  <a:pt x="7841931" y="35111"/>
                  <a:pt x="8877594" y="1077018"/>
                  <a:pt x="8844894" y="2328029"/>
                </a:cubicBezTo>
                <a:cubicBezTo>
                  <a:pt x="8812196" y="3579041"/>
                  <a:pt x="7723520" y="4565421"/>
                  <a:pt x="6413267" y="4531175"/>
                </a:cubicBezTo>
                <a:lnTo>
                  <a:pt x="4746465" y="4487609"/>
                </a:lnTo>
                <a:lnTo>
                  <a:pt x="4746465" y="3585133"/>
                </a:lnTo>
                <a:lnTo>
                  <a:pt x="4746465" y="3585133"/>
                </a:lnTo>
                <a:lnTo>
                  <a:pt x="4746464" y="4487609"/>
                </a:lnTo>
                <a:lnTo>
                  <a:pt x="4040845" y="4469166"/>
                </a:lnTo>
                <a:lnTo>
                  <a:pt x="4040845" y="4469166"/>
                </a:lnTo>
                <a:lnTo>
                  <a:pt x="4746465" y="4487609"/>
                </a:lnTo>
                <a:lnTo>
                  <a:pt x="4746465" y="5851062"/>
                </a:lnTo>
                <a:cubicBezTo>
                  <a:pt x="4746464" y="7102500"/>
                  <a:pt x="3683932" y="8116991"/>
                  <a:pt x="2373232" y="8116992"/>
                </a:cubicBezTo>
                <a:cubicBezTo>
                  <a:pt x="1062532" y="8116992"/>
                  <a:pt x="0" y="7102500"/>
                  <a:pt x="0" y="5851062"/>
                </a:cubicBezTo>
                <a:cubicBezTo>
                  <a:pt x="0" y="5225343"/>
                  <a:pt x="265633" y="4658861"/>
                  <a:pt x="695104" y="4248809"/>
                </a:cubicBezTo>
                <a:cubicBezTo>
                  <a:pt x="1124574" y="3838756"/>
                  <a:pt x="1717882" y="3585133"/>
                  <a:pt x="2373232" y="3585133"/>
                </a:cubicBezTo>
                <a:lnTo>
                  <a:pt x="4063950" y="3585133"/>
                </a:lnTo>
                <a:lnTo>
                  <a:pt x="4063950" y="3585133"/>
                </a:lnTo>
                <a:lnTo>
                  <a:pt x="4063952" y="3585133"/>
                </a:lnTo>
                <a:lnTo>
                  <a:pt x="4100050" y="2204010"/>
                </a:lnTo>
                <a:cubicBezTo>
                  <a:pt x="4116400" y="1578505"/>
                  <a:pt x="4396744" y="1019157"/>
                  <a:pt x="4836781" y="62046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60000"/>
                  <a:lumOff val="40000"/>
                </a:schemeClr>
              </a:gs>
              <a:gs pos="74000">
                <a:schemeClr val="accent1">
                  <a:lumMod val="60000"/>
                  <a:lumOff val="40000"/>
                </a:schemeClr>
              </a:gs>
              <a:gs pos="83000">
                <a:schemeClr val="accent4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path path="rect">
              <a:fillToRect r="100000" b="100000"/>
            </a:path>
            <a:tileRect l="-100000" t="-10000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4" name="Flowchart: Delay 3">
            <a:extLst>
              <a:ext uri="{FF2B5EF4-FFF2-40B4-BE49-F238E27FC236}">
                <a16:creationId xmlns:a16="http://schemas.microsoft.com/office/drawing/2014/main" id="{B6799B84-663D-06B3-D5B8-C4A2FF4F7FAD}"/>
              </a:ext>
            </a:extLst>
          </p:cNvPr>
          <p:cNvSpPr/>
          <p:nvPr/>
        </p:nvSpPr>
        <p:spPr>
          <a:xfrm rot="16200000">
            <a:off x="2487562" y="-1445344"/>
            <a:ext cx="6666270" cy="9694606"/>
          </a:xfrm>
          <a:prstGeom prst="flowChartDelay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Diagonal Corners Rounded 4">
            <a:extLst>
              <a:ext uri="{FF2B5EF4-FFF2-40B4-BE49-F238E27FC236}">
                <a16:creationId xmlns:a16="http://schemas.microsoft.com/office/drawing/2014/main" id="{FCB949CC-E61D-B2CB-22FB-420854317E8F}"/>
              </a:ext>
            </a:extLst>
          </p:cNvPr>
          <p:cNvSpPr/>
          <p:nvPr/>
        </p:nvSpPr>
        <p:spPr>
          <a:xfrm>
            <a:off x="5227821" y="419372"/>
            <a:ext cx="2065425" cy="1043521"/>
          </a:xfrm>
          <a:prstGeom prst="round2Diag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0A0662"/>
              </a:solidFill>
            </a:endParaRPr>
          </a:p>
        </p:txBody>
      </p:sp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596E95E1-D887-7784-E17C-BA81B1D6F3BC}"/>
              </a:ext>
            </a:extLst>
          </p:cNvPr>
          <p:cNvSpPr/>
          <p:nvPr/>
        </p:nvSpPr>
        <p:spPr>
          <a:xfrm>
            <a:off x="8266812" y="419372"/>
            <a:ext cx="2160000" cy="1079795"/>
          </a:xfrm>
          <a:prstGeom prst="round2Diag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A0662"/>
              </a:solidFill>
            </a:endParaRP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D12A1F90-1360-2725-FA3F-BC20EF1BE055}"/>
              </a:ext>
            </a:extLst>
          </p:cNvPr>
          <p:cNvSpPr/>
          <p:nvPr/>
        </p:nvSpPr>
        <p:spPr>
          <a:xfrm>
            <a:off x="9246261" y="2215319"/>
            <a:ext cx="2160000" cy="1079795"/>
          </a:xfrm>
          <a:prstGeom prst="round2Diag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A0662"/>
              </a:solidFill>
            </a:endParaRPr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62BA3216-5883-CF2C-F3DE-7B739292B6BB}"/>
              </a:ext>
            </a:extLst>
          </p:cNvPr>
          <p:cNvSpPr/>
          <p:nvPr/>
        </p:nvSpPr>
        <p:spPr>
          <a:xfrm>
            <a:off x="8358466" y="5465688"/>
            <a:ext cx="2160000" cy="1079795"/>
          </a:xfrm>
          <a:prstGeom prst="round2Diag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A0662"/>
              </a:solidFill>
            </a:endParaRPr>
          </a:p>
        </p:txBody>
      </p:sp>
      <p:sp>
        <p:nvSpPr>
          <p:cNvPr id="10" name="Rectangle: Diagonal Corners Rounded 9">
            <a:extLst>
              <a:ext uri="{FF2B5EF4-FFF2-40B4-BE49-F238E27FC236}">
                <a16:creationId xmlns:a16="http://schemas.microsoft.com/office/drawing/2014/main" id="{0E35FEB4-5B10-5647-4543-D2637B4AA5FF}"/>
              </a:ext>
            </a:extLst>
          </p:cNvPr>
          <p:cNvSpPr/>
          <p:nvPr/>
        </p:nvSpPr>
        <p:spPr>
          <a:xfrm>
            <a:off x="5133247" y="5423195"/>
            <a:ext cx="2160000" cy="1079795"/>
          </a:xfrm>
          <a:prstGeom prst="round2Diag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A0662"/>
              </a:solidFill>
            </a:endParaRPr>
          </a:p>
        </p:txBody>
      </p:sp>
      <p:sp>
        <p:nvSpPr>
          <p:cNvPr id="11" name="Rectangle: Diagonal Corners Rounded 10">
            <a:extLst>
              <a:ext uri="{FF2B5EF4-FFF2-40B4-BE49-F238E27FC236}">
                <a16:creationId xmlns:a16="http://schemas.microsoft.com/office/drawing/2014/main" id="{FCFB55A4-3588-3C35-67FD-920415D4C0F9}"/>
              </a:ext>
            </a:extLst>
          </p:cNvPr>
          <p:cNvSpPr/>
          <p:nvPr/>
        </p:nvSpPr>
        <p:spPr>
          <a:xfrm>
            <a:off x="1877908" y="5413188"/>
            <a:ext cx="2160000" cy="1079795"/>
          </a:xfrm>
          <a:prstGeom prst="round2Diag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A0662"/>
              </a:solidFill>
            </a:endParaRPr>
          </a:p>
        </p:txBody>
      </p:sp>
      <p:sp>
        <p:nvSpPr>
          <p:cNvPr id="12" name="Rectangle: Diagonal Corners Rounded 11">
            <a:extLst>
              <a:ext uri="{FF2B5EF4-FFF2-40B4-BE49-F238E27FC236}">
                <a16:creationId xmlns:a16="http://schemas.microsoft.com/office/drawing/2014/main" id="{D2A1C0BA-680F-B7A9-FE7C-22098F6117DA}"/>
              </a:ext>
            </a:extLst>
          </p:cNvPr>
          <p:cNvSpPr/>
          <p:nvPr/>
        </p:nvSpPr>
        <p:spPr>
          <a:xfrm>
            <a:off x="619133" y="2112354"/>
            <a:ext cx="2160000" cy="1079795"/>
          </a:xfrm>
          <a:prstGeom prst="round2Diag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A0662"/>
              </a:solidFill>
            </a:endParaRPr>
          </a:p>
        </p:txBody>
      </p:sp>
      <p:sp>
        <p:nvSpPr>
          <p:cNvPr id="14" name="Rectangle: Diagonal Corners Rounded 13">
            <a:extLst>
              <a:ext uri="{FF2B5EF4-FFF2-40B4-BE49-F238E27FC236}">
                <a16:creationId xmlns:a16="http://schemas.microsoft.com/office/drawing/2014/main" id="{C1742EB1-2FA9-5F95-76AF-195DA7991BB6}"/>
              </a:ext>
            </a:extLst>
          </p:cNvPr>
          <p:cNvSpPr/>
          <p:nvPr/>
        </p:nvSpPr>
        <p:spPr>
          <a:xfrm>
            <a:off x="2172729" y="378497"/>
            <a:ext cx="2160000" cy="1080000"/>
          </a:xfrm>
          <a:prstGeom prst="round2Diag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0A0662"/>
              </a:solidFill>
            </a:endParaRPr>
          </a:p>
        </p:txBody>
      </p:sp>
      <p:sp>
        <p:nvSpPr>
          <p:cNvPr id="15" name="Rectangle: Diagonal Corners Rounded 14">
            <a:extLst>
              <a:ext uri="{FF2B5EF4-FFF2-40B4-BE49-F238E27FC236}">
                <a16:creationId xmlns:a16="http://schemas.microsoft.com/office/drawing/2014/main" id="{1A25AAAA-31DC-3C38-BB03-3DF2762A28B6}"/>
              </a:ext>
            </a:extLst>
          </p:cNvPr>
          <p:cNvSpPr/>
          <p:nvPr/>
        </p:nvSpPr>
        <p:spPr>
          <a:xfrm>
            <a:off x="9321290" y="3949684"/>
            <a:ext cx="2160000" cy="1079795"/>
          </a:xfrm>
          <a:prstGeom prst="round2Diag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A0662"/>
              </a:solidFill>
            </a:endParaRPr>
          </a:p>
        </p:txBody>
      </p:sp>
      <p:sp>
        <p:nvSpPr>
          <p:cNvPr id="16" name="Rectangle: Diagonal Corners Rounded 15">
            <a:extLst>
              <a:ext uri="{FF2B5EF4-FFF2-40B4-BE49-F238E27FC236}">
                <a16:creationId xmlns:a16="http://schemas.microsoft.com/office/drawing/2014/main" id="{182AA95E-302A-F75A-9B4B-F30FB988914F}"/>
              </a:ext>
            </a:extLst>
          </p:cNvPr>
          <p:cNvSpPr/>
          <p:nvPr/>
        </p:nvSpPr>
        <p:spPr>
          <a:xfrm>
            <a:off x="579594" y="3903381"/>
            <a:ext cx="2160000" cy="1079795"/>
          </a:xfrm>
          <a:prstGeom prst="round2Diag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A0662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2A5F29-DD7B-6860-029C-660614207E41}"/>
              </a:ext>
            </a:extLst>
          </p:cNvPr>
          <p:cNvSpPr txBox="1"/>
          <p:nvPr/>
        </p:nvSpPr>
        <p:spPr>
          <a:xfrm>
            <a:off x="2234099" y="616144"/>
            <a:ext cx="11855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solidFill>
                  <a:srgbClr val="0A0662"/>
                </a:solidFill>
              </a:rPr>
              <a:t>Audience Research And Segmentation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08187F0-8532-2871-C1F4-E04C9D4556AA}"/>
              </a:ext>
            </a:extLst>
          </p:cNvPr>
          <p:cNvCxnSpPr>
            <a:cxnSpLocks/>
          </p:cNvCxnSpPr>
          <p:nvPr/>
        </p:nvCxnSpPr>
        <p:spPr>
          <a:xfrm>
            <a:off x="3461073" y="558270"/>
            <a:ext cx="0" cy="720000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0FFAB80-4A7D-FD37-BC3B-2260FFA9DA20}"/>
              </a:ext>
            </a:extLst>
          </p:cNvPr>
          <p:cNvCxnSpPr>
            <a:cxnSpLocks/>
          </p:cNvCxnSpPr>
          <p:nvPr/>
        </p:nvCxnSpPr>
        <p:spPr>
          <a:xfrm>
            <a:off x="6318090" y="551788"/>
            <a:ext cx="0" cy="720000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F2D5196-B54C-EA2A-C7DA-40B60F8D3520}"/>
              </a:ext>
            </a:extLst>
          </p:cNvPr>
          <p:cNvSpPr txBox="1"/>
          <p:nvPr/>
        </p:nvSpPr>
        <p:spPr>
          <a:xfrm>
            <a:off x="5259837" y="605865"/>
            <a:ext cx="10597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solidFill>
                  <a:srgbClr val="0A0662"/>
                </a:solidFill>
              </a:rPr>
              <a:t>Campaign Objective Selection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CC6B24-07A9-007F-368F-B12298B99BE8}"/>
              </a:ext>
            </a:extLst>
          </p:cNvPr>
          <p:cNvSpPr txBox="1"/>
          <p:nvPr/>
        </p:nvSpPr>
        <p:spPr>
          <a:xfrm>
            <a:off x="8258294" y="589541"/>
            <a:ext cx="11855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solidFill>
                  <a:srgbClr val="0A0662"/>
                </a:solidFill>
              </a:rPr>
              <a:t>Add Sets Creation And Targeting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AED42A-E184-B468-E03F-E14D1C917A52}"/>
              </a:ext>
            </a:extLst>
          </p:cNvPr>
          <p:cNvSpPr txBox="1"/>
          <p:nvPr/>
        </p:nvSpPr>
        <p:spPr>
          <a:xfrm>
            <a:off x="9304087" y="2441648"/>
            <a:ext cx="11855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solidFill>
                  <a:srgbClr val="0A0662"/>
                </a:solidFill>
              </a:rPr>
              <a:t>Ad Creative Design And Optimization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937FE6-99C3-E59C-F8E6-F1CEC427BBF8}"/>
              </a:ext>
            </a:extLst>
          </p:cNvPr>
          <p:cNvSpPr txBox="1"/>
          <p:nvPr/>
        </p:nvSpPr>
        <p:spPr>
          <a:xfrm>
            <a:off x="9334974" y="4121436"/>
            <a:ext cx="11855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solidFill>
                  <a:srgbClr val="0A0662"/>
                </a:solidFill>
              </a:rPr>
              <a:t>Budget And Bidding Strategy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F60539-64B0-76FB-E16A-46352E9D91F0}"/>
              </a:ext>
            </a:extLst>
          </p:cNvPr>
          <p:cNvSpPr txBox="1"/>
          <p:nvPr/>
        </p:nvSpPr>
        <p:spPr>
          <a:xfrm>
            <a:off x="8388586" y="5695034"/>
            <a:ext cx="11855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solidFill>
                  <a:srgbClr val="0A0662"/>
                </a:solidFill>
              </a:rPr>
              <a:t>Tracking And Performance Monitoring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42571A-9B63-80AA-EB4D-C8C083641DC3}"/>
              </a:ext>
            </a:extLst>
          </p:cNvPr>
          <p:cNvSpPr txBox="1"/>
          <p:nvPr/>
        </p:nvSpPr>
        <p:spPr>
          <a:xfrm>
            <a:off x="5114517" y="5636119"/>
            <a:ext cx="11855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solidFill>
                  <a:srgbClr val="0A0662"/>
                </a:solidFill>
              </a:rPr>
              <a:t>A/ B Testing And Creative Enhancement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B7A0A11-DB50-AC7E-81A4-8D54E02BB738}"/>
              </a:ext>
            </a:extLst>
          </p:cNvPr>
          <p:cNvSpPr txBox="1"/>
          <p:nvPr/>
        </p:nvSpPr>
        <p:spPr>
          <a:xfrm>
            <a:off x="1804891" y="5547593"/>
            <a:ext cx="11855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solidFill>
                  <a:srgbClr val="0A0662"/>
                </a:solidFill>
              </a:rPr>
              <a:t>Audience Expansion And Retargeting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6F3CA90-5B73-4242-DDBF-CDF0B6BAF76D}"/>
              </a:ext>
            </a:extLst>
          </p:cNvPr>
          <p:cNvSpPr txBox="1"/>
          <p:nvPr/>
        </p:nvSpPr>
        <p:spPr>
          <a:xfrm>
            <a:off x="613285" y="4167466"/>
            <a:ext cx="11855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solidFill>
                  <a:srgbClr val="0A0662"/>
                </a:solidFill>
              </a:rPr>
              <a:t>Landing Page Optimization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AE0F135-B7E9-3F4B-2576-492E952D24B3}"/>
              </a:ext>
            </a:extLst>
          </p:cNvPr>
          <p:cNvSpPr txBox="1"/>
          <p:nvPr/>
        </p:nvSpPr>
        <p:spPr>
          <a:xfrm>
            <a:off x="580542" y="2236752"/>
            <a:ext cx="11855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solidFill>
                  <a:srgbClr val="0A0662"/>
                </a:solidFill>
              </a:rPr>
              <a:t>Conversion Tracking And Champion Optimization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54A994F-38F1-16FC-6EE6-7B6EA40B355A}"/>
              </a:ext>
            </a:extLst>
          </p:cNvPr>
          <p:cNvCxnSpPr>
            <a:cxnSpLocks/>
          </p:cNvCxnSpPr>
          <p:nvPr/>
        </p:nvCxnSpPr>
        <p:spPr>
          <a:xfrm>
            <a:off x="9456761" y="542139"/>
            <a:ext cx="0" cy="720000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7B0A727-725E-6263-95C6-664CB50913AF}"/>
              </a:ext>
            </a:extLst>
          </p:cNvPr>
          <p:cNvCxnSpPr>
            <a:cxnSpLocks/>
          </p:cNvCxnSpPr>
          <p:nvPr/>
        </p:nvCxnSpPr>
        <p:spPr>
          <a:xfrm>
            <a:off x="10581440" y="2453895"/>
            <a:ext cx="0" cy="720000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204414D-7B1B-DA74-248D-FE9EB4DC16F6}"/>
              </a:ext>
            </a:extLst>
          </p:cNvPr>
          <p:cNvCxnSpPr>
            <a:cxnSpLocks/>
          </p:cNvCxnSpPr>
          <p:nvPr/>
        </p:nvCxnSpPr>
        <p:spPr>
          <a:xfrm>
            <a:off x="10525500" y="4134154"/>
            <a:ext cx="0" cy="720000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F6303A6-0605-B586-7EAB-97245A49ADC7}"/>
              </a:ext>
            </a:extLst>
          </p:cNvPr>
          <p:cNvCxnSpPr>
            <a:cxnSpLocks/>
          </p:cNvCxnSpPr>
          <p:nvPr/>
        </p:nvCxnSpPr>
        <p:spPr>
          <a:xfrm>
            <a:off x="9682487" y="5617637"/>
            <a:ext cx="0" cy="720000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1B3D46F-EC9D-C6C6-39B6-7750F54821CC}"/>
              </a:ext>
            </a:extLst>
          </p:cNvPr>
          <p:cNvCxnSpPr>
            <a:cxnSpLocks/>
          </p:cNvCxnSpPr>
          <p:nvPr/>
        </p:nvCxnSpPr>
        <p:spPr>
          <a:xfrm>
            <a:off x="6339340" y="5596414"/>
            <a:ext cx="0" cy="720000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DA41CA6-5DD4-86C9-48A3-E2AAB0AE956A}"/>
              </a:ext>
            </a:extLst>
          </p:cNvPr>
          <p:cNvCxnSpPr>
            <a:cxnSpLocks/>
          </p:cNvCxnSpPr>
          <p:nvPr/>
        </p:nvCxnSpPr>
        <p:spPr>
          <a:xfrm>
            <a:off x="2996193" y="5575191"/>
            <a:ext cx="0" cy="756000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BBA0475-B04E-41C7-02B2-D3A8922016E7}"/>
              </a:ext>
            </a:extLst>
          </p:cNvPr>
          <p:cNvCxnSpPr>
            <a:cxnSpLocks/>
          </p:cNvCxnSpPr>
          <p:nvPr/>
        </p:nvCxnSpPr>
        <p:spPr>
          <a:xfrm>
            <a:off x="1910107" y="4060838"/>
            <a:ext cx="0" cy="720000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1B8F7B9-DC30-B21F-5DA7-BBE121626B8A}"/>
              </a:ext>
            </a:extLst>
          </p:cNvPr>
          <p:cNvCxnSpPr>
            <a:cxnSpLocks/>
          </p:cNvCxnSpPr>
          <p:nvPr/>
        </p:nvCxnSpPr>
        <p:spPr>
          <a:xfrm>
            <a:off x="1865739" y="2268693"/>
            <a:ext cx="0" cy="792000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854592E2-8A28-3629-BB72-2E357B721BD3}"/>
              </a:ext>
            </a:extLst>
          </p:cNvPr>
          <p:cNvSpPr txBox="1"/>
          <p:nvPr/>
        </p:nvSpPr>
        <p:spPr>
          <a:xfrm>
            <a:off x="5114517" y="2881507"/>
            <a:ext cx="17619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0A0662"/>
                </a:solidFill>
                <a:latin typeface="Arial Black" panose="020B0A04020102020204" pitchFamily="34" charset="0"/>
              </a:rPr>
              <a:t>Meta</a:t>
            </a:r>
          </a:p>
          <a:p>
            <a:pPr algn="ctr"/>
            <a:r>
              <a:rPr lang="en-IN" sz="1600" dirty="0">
                <a:solidFill>
                  <a:srgbClr val="0A0662"/>
                </a:solidFill>
                <a:latin typeface="Arial Black" panose="020B0A04020102020204" pitchFamily="34" charset="0"/>
              </a:rPr>
              <a:t> </a:t>
            </a:r>
            <a:r>
              <a:rPr lang="en-IN" sz="1600" dirty="0">
                <a:solidFill>
                  <a:srgbClr val="0A06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Ads Campaign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E4B210F1-659F-CEA8-C4EE-7D398F614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0588" y="669309"/>
            <a:ext cx="540000" cy="5400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A2F8C791-A1B9-1F0F-B495-E59B5A288D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5336" y="620463"/>
            <a:ext cx="552450" cy="55245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413244D8-DE77-4DA0-B567-86E9E04C62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7783" y="681898"/>
            <a:ext cx="540000" cy="5400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A56679A9-A4DD-BD13-AA08-D406F53F7F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42703" y="2548080"/>
            <a:ext cx="540000" cy="5400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71F59573-C08F-C580-C995-283FBF8F11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38343" y="4219580"/>
            <a:ext cx="540000" cy="5400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2975D331-005F-DE73-4A97-CD26DDF50D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9001" y="5735585"/>
            <a:ext cx="540000" cy="5400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5971C789-A751-8B0E-2CAD-48B82792F77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2683" y="5748199"/>
            <a:ext cx="540000" cy="54000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D53F55FC-2A1A-7208-AC49-DB597F98FA0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41305" y="5672447"/>
            <a:ext cx="540000" cy="54000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1551EF5E-8FC5-1F3D-6AE0-E66365E58F2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49904" y="4195170"/>
            <a:ext cx="540000" cy="540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6CE543A3-5C0E-D30A-90C7-2A1916DFF2F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90001" y="2390396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490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CD892-DD54-43E6-93F5-9192DADDD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01C8BB-57DD-10C8-8F5E-37E1758766E4}"/>
              </a:ext>
            </a:extLst>
          </p:cNvPr>
          <p:cNvSpPr/>
          <p:nvPr/>
        </p:nvSpPr>
        <p:spPr>
          <a:xfrm>
            <a:off x="-50800" y="-95865"/>
            <a:ext cx="12293600" cy="7049729"/>
          </a:xfrm>
          <a:prstGeom prst="rect">
            <a:avLst/>
          </a:prstGeom>
          <a:gradFill>
            <a:gsLst>
              <a:gs pos="5000">
                <a:schemeClr val="tx2">
                  <a:lumMod val="10000"/>
                  <a:lumOff val="90000"/>
                </a:schemeClr>
              </a:gs>
              <a:gs pos="74000">
                <a:schemeClr val="tx2">
                  <a:lumMod val="10000"/>
                  <a:lumOff val="90000"/>
                </a:schemeClr>
              </a:gs>
              <a:gs pos="83000">
                <a:schemeClr val="tx2">
                  <a:lumMod val="25000"/>
                  <a:lumOff val="75000"/>
                </a:schemeClr>
              </a:gs>
              <a:gs pos="100000">
                <a:schemeClr val="tx2">
                  <a:lumMod val="50000"/>
                  <a:lumOff val="5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813904-A0E6-770F-62BE-E5167421AD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" y="986671"/>
            <a:ext cx="11216640" cy="51668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FD4209-A484-9577-EA25-0A93AB66A72A}"/>
              </a:ext>
            </a:extLst>
          </p:cNvPr>
          <p:cNvSpPr txBox="1"/>
          <p:nvPr/>
        </p:nvSpPr>
        <p:spPr>
          <a:xfrm>
            <a:off x="4683760" y="284481"/>
            <a:ext cx="450088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Bookman Old Style" panose="02050604050505020204" pitchFamily="18" charset="0"/>
              </a:rPr>
              <a:t>Meta Ads Platform - Overview</a:t>
            </a:r>
          </a:p>
          <a:p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CED5233-13F7-BB4B-7CD4-3061420EB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61" y="0"/>
            <a:ext cx="936000" cy="9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555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D35F4C6-470B-546E-93C8-FE47FCBA41BD}"/>
              </a:ext>
            </a:extLst>
          </p:cNvPr>
          <p:cNvSpPr/>
          <p:nvPr/>
        </p:nvSpPr>
        <p:spPr>
          <a:xfrm>
            <a:off x="0" y="-95865"/>
            <a:ext cx="12293600" cy="7049729"/>
          </a:xfrm>
          <a:prstGeom prst="rect">
            <a:avLst/>
          </a:prstGeom>
          <a:gradFill>
            <a:gsLst>
              <a:gs pos="5000">
                <a:schemeClr val="tx2">
                  <a:lumMod val="10000"/>
                  <a:lumOff val="90000"/>
                </a:schemeClr>
              </a:gs>
              <a:gs pos="74000">
                <a:schemeClr val="tx2">
                  <a:lumMod val="10000"/>
                  <a:lumOff val="90000"/>
                </a:schemeClr>
              </a:gs>
              <a:gs pos="83000">
                <a:schemeClr val="tx2">
                  <a:lumMod val="25000"/>
                  <a:lumOff val="75000"/>
                </a:schemeClr>
              </a:gs>
              <a:gs pos="100000">
                <a:schemeClr val="tx2">
                  <a:lumMod val="50000"/>
                  <a:lumOff val="5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195554-9701-F1E3-D631-C448A8E11111}"/>
              </a:ext>
            </a:extLst>
          </p:cNvPr>
          <p:cNvSpPr txBox="1"/>
          <p:nvPr/>
        </p:nvSpPr>
        <p:spPr>
          <a:xfrm>
            <a:off x="4683760" y="284481"/>
            <a:ext cx="450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Bookman Old Style" panose="02050604050505020204" pitchFamily="18" charset="0"/>
              </a:rPr>
              <a:t>Reach The Right People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EB5117-005A-E7B1-F8AB-66760F26E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382" y="0"/>
            <a:ext cx="936000" cy="936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C5D43B0-715F-917F-7E34-FF3E67D3F0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474" y="1493134"/>
            <a:ext cx="9929051" cy="4624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937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6AF79-B053-1BD9-0F1C-A171BFF01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5E364C0-8AD4-B02A-314A-641E41E026FD}"/>
              </a:ext>
            </a:extLst>
          </p:cNvPr>
          <p:cNvSpPr/>
          <p:nvPr/>
        </p:nvSpPr>
        <p:spPr>
          <a:xfrm>
            <a:off x="0" y="-95865"/>
            <a:ext cx="12293600" cy="7049729"/>
          </a:xfrm>
          <a:prstGeom prst="rect">
            <a:avLst/>
          </a:prstGeom>
          <a:gradFill>
            <a:gsLst>
              <a:gs pos="5000">
                <a:schemeClr val="tx2">
                  <a:lumMod val="10000"/>
                  <a:lumOff val="90000"/>
                </a:schemeClr>
              </a:gs>
              <a:gs pos="74000">
                <a:schemeClr val="tx2">
                  <a:lumMod val="10000"/>
                  <a:lumOff val="90000"/>
                </a:schemeClr>
              </a:gs>
              <a:gs pos="83000">
                <a:schemeClr val="tx2">
                  <a:lumMod val="25000"/>
                  <a:lumOff val="75000"/>
                </a:schemeClr>
              </a:gs>
              <a:gs pos="100000">
                <a:schemeClr val="tx2">
                  <a:lumMod val="50000"/>
                  <a:lumOff val="5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1345E2-0073-B357-4329-C252F6B9B10B}"/>
              </a:ext>
            </a:extLst>
          </p:cNvPr>
          <p:cNvSpPr txBox="1"/>
          <p:nvPr/>
        </p:nvSpPr>
        <p:spPr>
          <a:xfrm>
            <a:off x="4141296" y="267945"/>
            <a:ext cx="450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Bookman Old Style" panose="02050604050505020204" pitchFamily="18" charset="0"/>
              </a:rPr>
              <a:t>Get Started with Ads Manager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AF6D24-14ED-80C6-6808-F54BF5CBE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831" y="0"/>
            <a:ext cx="936000" cy="936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E5B647-7F5F-D0E9-1F0A-B195B670B7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58" t="8184" r="17019" b="27718"/>
          <a:stretch>
            <a:fillRect/>
          </a:stretch>
        </p:blipFill>
        <p:spPr>
          <a:xfrm>
            <a:off x="3145873" y="1860257"/>
            <a:ext cx="6283353" cy="313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039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80EC1-9C35-A899-F7DA-89C79ADA2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B30E8E-6CB0-4295-AF80-998B62F600E1}"/>
              </a:ext>
            </a:extLst>
          </p:cNvPr>
          <p:cNvSpPr/>
          <p:nvPr/>
        </p:nvSpPr>
        <p:spPr>
          <a:xfrm>
            <a:off x="0" y="-95865"/>
            <a:ext cx="12293600" cy="7049729"/>
          </a:xfrm>
          <a:prstGeom prst="rect">
            <a:avLst/>
          </a:prstGeom>
          <a:gradFill>
            <a:gsLst>
              <a:gs pos="5000">
                <a:schemeClr val="tx2">
                  <a:lumMod val="10000"/>
                  <a:lumOff val="90000"/>
                </a:schemeClr>
              </a:gs>
              <a:gs pos="74000">
                <a:schemeClr val="tx2">
                  <a:lumMod val="10000"/>
                  <a:lumOff val="90000"/>
                </a:schemeClr>
              </a:gs>
              <a:gs pos="83000">
                <a:schemeClr val="tx2">
                  <a:lumMod val="25000"/>
                  <a:lumOff val="75000"/>
                </a:schemeClr>
              </a:gs>
              <a:gs pos="100000">
                <a:schemeClr val="tx2">
                  <a:lumMod val="50000"/>
                  <a:lumOff val="5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6E602E-16C7-6E25-C9CA-B5506F00D164}"/>
              </a:ext>
            </a:extLst>
          </p:cNvPr>
          <p:cNvSpPr txBox="1"/>
          <p:nvPr/>
        </p:nvSpPr>
        <p:spPr>
          <a:xfrm>
            <a:off x="3352800" y="284481"/>
            <a:ext cx="5831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Bookman Old Style" panose="02050604050505020204" pitchFamily="18" charset="0"/>
              </a:rPr>
              <a:t>Campaign Setup – Manual Traffic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0F3219-F7AC-7B66-FE56-7043303FB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233" y="109699"/>
            <a:ext cx="936000" cy="936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660206-3806-82E4-07E8-E16137A54F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078" y="1116428"/>
            <a:ext cx="5181600" cy="56318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A661369-F0B6-84D6-9B26-2FD710945A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8323" y="1891200"/>
            <a:ext cx="5692633" cy="385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836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411D5-5718-D412-8A34-16AD12771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9F84469-EB2D-3B9C-F58B-9EC16DA7989B}"/>
              </a:ext>
            </a:extLst>
          </p:cNvPr>
          <p:cNvSpPr/>
          <p:nvPr/>
        </p:nvSpPr>
        <p:spPr>
          <a:xfrm>
            <a:off x="0" y="-95865"/>
            <a:ext cx="12293600" cy="7049729"/>
          </a:xfrm>
          <a:prstGeom prst="rect">
            <a:avLst/>
          </a:prstGeom>
          <a:gradFill>
            <a:gsLst>
              <a:gs pos="5000">
                <a:schemeClr val="tx2">
                  <a:lumMod val="10000"/>
                  <a:lumOff val="90000"/>
                </a:schemeClr>
              </a:gs>
              <a:gs pos="74000">
                <a:schemeClr val="tx2">
                  <a:lumMod val="10000"/>
                  <a:lumOff val="90000"/>
                </a:schemeClr>
              </a:gs>
              <a:gs pos="83000">
                <a:schemeClr val="tx2">
                  <a:lumMod val="25000"/>
                  <a:lumOff val="75000"/>
                </a:schemeClr>
              </a:gs>
              <a:gs pos="100000">
                <a:schemeClr val="tx2">
                  <a:lumMod val="50000"/>
                  <a:lumOff val="5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829D27-BA94-1872-F58C-E964948F20C4}"/>
              </a:ext>
            </a:extLst>
          </p:cNvPr>
          <p:cNvSpPr txBox="1"/>
          <p:nvPr/>
        </p:nvSpPr>
        <p:spPr>
          <a:xfrm>
            <a:off x="3468418" y="249757"/>
            <a:ext cx="6268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Bookman Old Style" panose="02050604050505020204" pitchFamily="18" charset="0"/>
              </a:rPr>
              <a:t>Budget Strategy &amp; Bidding Selection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60C02F-50B6-AE9A-7245-79379229F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232" y="0"/>
            <a:ext cx="936000" cy="936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32698E-0BC1-F293-189B-14859ADA36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3"/>
          <a:stretch>
            <a:fillRect/>
          </a:stretch>
        </p:blipFill>
        <p:spPr>
          <a:xfrm>
            <a:off x="592549" y="1370625"/>
            <a:ext cx="5183804" cy="46542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108430-9554-F4CC-ACE6-8D2D051D61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1" r="2623"/>
          <a:stretch>
            <a:fillRect/>
          </a:stretch>
        </p:blipFill>
        <p:spPr>
          <a:xfrm>
            <a:off x="6368901" y="1370625"/>
            <a:ext cx="5478585" cy="4654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882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19A93-DB51-FF2A-AB03-F05A28743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C3808E4-E6E0-95F4-57E5-3DB778B3DDE3}"/>
              </a:ext>
            </a:extLst>
          </p:cNvPr>
          <p:cNvSpPr/>
          <p:nvPr/>
        </p:nvSpPr>
        <p:spPr>
          <a:xfrm>
            <a:off x="0" y="-95865"/>
            <a:ext cx="12293600" cy="7049729"/>
          </a:xfrm>
          <a:prstGeom prst="rect">
            <a:avLst/>
          </a:prstGeom>
          <a:gradFill>
            <a:gsLst>
              <a:gs pos="5000">
                <a:schemeClr val="tx2">
                  <a:lumMod val="10000"/>
                  <a:lumOff val="90000"/>
                </a:schemeClr>
              </a:gs>
              <a:gs pos="74000">
                <a:schemeClr val="tx2">
                  <a:lumMod val="10000"/>
                  <a:lumOff val="90000"/>
                </a:schemeClr>
              </a:gs>
              <a:gs pos="83000">
                <a:schemeClr val="tx2">
                  <a:lumMod val="25000"/>
                  <a:lumOff val="75000"/>
                </a:schemeClr>
              </a:gs>
              <a:gs pos="100000">
                <a:schemeClr val="tx2">
                  <a:lumMod val="50000"/>
                  <a:lumOff val="5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FA6FFA-B6E6-35B2-8244-5F08188AD6BB}"/>
              </a:ext>
            </a:extLst>
          </p:cNvPr>
          <p:cNvSpPr txBox="1"/>
          <p:nvPr/>
        </p:nvSpPr>
        <p:spPr>
          <a:xfrm>
            <a:off x="4185920" y="213360"/>
            <a:ext cx="450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Bookman Old Style" panose="02050604050505020204" pitchFamily="18" charset="0"/>
              </a:rPr>
              <a:t>Location Targeting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DB8B97-3808-647C-1AB8-C4755CCD9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3" y="0"/>
            <a:ext cx="936000" cy="936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CACD51-D4B6-288D-6580-0569B877E4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800" y="1108815"/>
            <a:ext cx="9000000" cy="5349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891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14AB5-3A92-8817-41BA-960A60EA1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DC84016-0113-98FD-C84C-D5E739F50A79}"/>
              </a:ext>
            </a:extLst>
          </p:cNvPr>
          <p:cNvSpPr/>
          <p:nvPr/>
        </p:nvSpPr>
        <p:spPr>
          <a:xfrm>
            <a:off x="0" y="-95865"/>
            <a:ext cx="12293600" cy="7049729"/>
          </a:xfrm>
          <a:prstGeom prst="rect">
            <a:avLst/>
          </a:prstGeom>
          <a:gradFill>
            <a:gsLst>
              <a:gs pos="5000">
                <a:schemeClr val="tx2">
                  <a:lumMod val="10000"/>
                  <a:lumOff val="90000"/>
                </a:schemeClr>
              </a:gs>
              <a:gs pos="74000">
                <a:schemeClr val="tx2">
                  <a:lumMod val="10000"/>
                  <a:lumOff val="90000"/>
                </a:schemeClr>
              </a:gs>
              <a:gs pos="83000">
                <a:schemeClr val="tx2">
                  <a:lumMod val="25000"/>
                  <a:lumOff val="75000"/>
                </a:schemeClr>
              </a:gs>
              <a:gs pos="100000">
                <a:schemeClr val="tx2">
                  <a:lumMod val="50000"/>
                  <a:lumOff val="5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6B2B6A-B8B2-21E0-9140-061B0C2BB9EF}"/>
              </a:ext>
            </a:extLst>
          </p:cNvPr>
          <p:cNvSpPr txBox="1"/>
          <p:nvPr/>
        </p:nvSpPr>
        <p:spPr>
          <a:xfrm>
            <a:off x="3870960" y="212358"/>
            <a:ext cx="450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Bookman Old Style" panose="02050604050505020204" pitchFamily="18" charset="0"/>
              </a:rPr>
              <a:t>Conversion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68F628-E13F-4952-40E1-11904C19C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58" y="0"/>
            <a:ext cx="936000" cy="936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111314-B015-E4E2-C510-1F82261CC9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334" t="21373" r="3334" b="4902"/>
          <a:stretch>
            <a:fillRect/>
          </a:stretch>
        </p:blipFill>
        <p:spPr>
          <a:xfrm>
            <a:off x="1991359" y="1041398"/>
            <a:ext cx="8519399" cy="5186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8381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940B1-4892-6D8E-75B1-E1D524D1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C3C4DF9-9B9A-BE97-5FBE-854057665287}"/>
              </a:ext>
            </a:extLst>
          </p:cNvPr>
          <p:cNvSpPr/>
          <p:nvPr/>
        </p:nvSpPr>
        <p:spPr>
          <a:xfrm>
            <a:off x="0" y="-95865"/>
            <a:ext cx="12293600" cy="7049729"/>
          </a:xfrm>
          <a:prstGeom prst="rect">
            <a:avLst/>
          </a:prstGeom>
          <a:gradFill>
            <a:gsLst>
              <a:gs pos="5000">
                <a:schemeClr val="tx2">
                  <a:lumMod val="10000"/>
                  <a:lumOff val="90000"/>
                </a:schemeClr>
              </a:gs>
              <a:gs pos="74000">
                <a:schemeClr val="tx2">
                  <a:lumMod val="10000"/>
                  <a:lumOff val="90000"/>
                </a:schemeClr>
              </a:gs>
              <a:gs pos="83000">
                <a:schemeClr val="tx2">
                  <a:lumMod val="25000"/>
                  <a:lumOff val="75000"/>
                </a:schemeClr>
              </a:gs>
              <a:gs pos="100000">
                <a:schemeClr val="tx2">
                  <a:lumMod val="50000"/>
                  <a:lumOff val="5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CF5136-C898-6D8E-D74E-EA0C5CFE763B}"/>
              </a:ext>
            </a:extLst>
          </p:cNvPr>
          <p:cNvSpPr txBox="1"/>
          <p:nvPr/>
        </p:nvSpPr>
        <p:spPr>
          <a:xfrm>
            <a:off x="3980375" y="167251"/>
            <a:ext cx="450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Bookman Old Style" panose="02050604050505020204" pitchFamily="18" charset="0"/>
              </a:rPr>
              <a:t>Instagram Connection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09E95F-5118-10AE-1164-5996DE3D5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06" y="0"/>
            <a:ext cx="936000" cy="936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459A04-DD1A-D7D7-1A2E-5E84F37E5D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05" y="1139568"/>
            <a:ext cx="5121084" cy="53039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F655F50-7E12-C792-2812-C507C40C10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1094" y="1953453"/>
            <a:ext cx="6530906" cy="4023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156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4D41E-CBB8-0D87-6261-26E64BF73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9B15AB-1B80-C64B-EDBA-255F2CE33D87}"/>
              </a:ext>
            </a:extLst>
          </p:cNvPr>
          <p:cNvSpPr/>
          <p:nvPr/>
        </p:nvSpPr>
        <p:spPr>
          <a:xfrm>
            <a:off x="0" y="-95865"/>
            <a:ext cx="12293600" cy="7049729"/>
          </a:xfrm>
          <a:prstGeom prst="rect">
            <a:avLst/>
          </a:prstGeom>
          <a:gradFill>
            <a:gsLst>
              <a:gs pos="5000">
                <a:schemeClr val="tx2">
                  <a:lumMod val="10000"/>
                  <a:lumOff val="90000"/>
                </a:schemeClr>
              </a:gs>
              <a:gs pos="74000">
                <a:schemeClr val="tx2">
                  <a:lumMod val="10000"/>
                  <a:lumOff val="90000"/>
                </a:schemeClr>
              </a:gs>
              <a:gs pos="83000">
                <a:schemeClr val="tx2">
                  <a:lumMod val="25000"/>
                  <a:lumOff val="75000"/>
                </a:schemeClr>
              </a:gs>
              <a:gs pos="100000">
                <a:schemeClr val="tx2">
                  <a:lumMod val="50000"/>
                  <a:lumOff val="5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C65967-6C5B-5C9B-180B-A895E130FA8B}"/>
              </a:ext>
            </a:extLst>
          </p:cNvPr>
          <p:cNvSpPr txBox="1"/>
          <p:nvPr/>
        </p:nvSpPr>
        <p:spPr>
          <a:xfrm>
            <a:off x="3980375" y="167251"/>
            <a:ext cx="450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Bookman Old Style" panose="02050604050505020204" pitchFamily="18" charset="0"/>
              </a:rPr>
              <a:t>Audience Setup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FCC5F6-8569-7779-A28D-3AA363A32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81" y="0"/>
            <a:ext cx="936000" cy="936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500E5E-116D-D290-0240-A2FAE90D47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58" t="23808" r="14825"/>
          <a:stretch>
            <a:fillRect/>
          </a:stretch>
        </p:blipFill>
        <p:spPr>
          <a:xfrm>
            <a:off x="410296" y="1199116"/>
            <a:ext cx="5347002" cy="44701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BA1A3F9-C3DD-1D97-0980-09CCE5429B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56" t="23808" r="15027"/>
          <a:stretch>
            <a:fillRect/>
          </a:stretch>
        </p:blipFill>
        <p:spPr>
          <a:xfrm>
            <a:off x="6519878" y="1122908"/>
            <a:ext cx="5516880" cy="4612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3219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44C48-F6E4-DFE9-97C9-80B9CF094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DEAFE65-49B5-8F83-DDCE-116AA461206E}"/>
              </a:ext>
            </a:extLst>
          </p:cNvPr>
          <p:cNvSpPr/>
          <p:nvPr/>
        </p:nvSpPr>
        <p:spPr>
          <a:xfrm>
            <a:off x="0" y="-95865"/>
            <a:ext cx="12293600" cy="7049729"/>
          </a:xfrm>
          <a:prstGeom prst="rect">
            <a:avLst/>
          </a:prstGeom>
          <a:gradFill>
            <a:gsLst>
              <a:gs pos="5000">
                <a:schemeClr val="tx2">
                  <a:lumMod val="10000"/>
                  <a:lumOff val="90000"/>
                </a:schemeClr>
              </a:gs>
              <a:gs pos="74000">
                <a:schemeClr val="tx2">
                  <a:lumMod val="10000"/>
                  <a:lumOff val="90000"/>
                </a:schemeClr>
              </a:gs>
              <a:gs pos="83000">
                <a:schemeClr val="tx2">
                  <a:lumMod val="25000"/>
                  <a:lumOff val="75000"/>
                </a:schemeClr>
              </a:gs>
              <a:gs pos="100000">
                <a:schemeClr val="tx2">
                  <a:lumMod val="50000"/>
                  <a:lumOff val="5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ECA8F6-2B14-F53C-E90F-679DB66389D5}"/>
              </a:ext>
            </a:extLst>
          </p:cNvPr>
          <p:cNvSpPr txBox="1"/>
          <p:nvPr/>
        </p:nvSpPr>
        <p:spPr>
          <a:xfrm>
            <a:off x="3980375" y="167251"/>
            <a:ext cx="450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Bookman Old Style" panose="02050604050505020204" pitchFamily="18" charset="0"/>
              </a:rPr>
              <a:t>Post Selection for Ads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F2F70A-66DA-151C-9E04-3BF3C3202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279" y="-87070"/>
            <a:ext cx="936000" cy="936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08AEA0-B663-7139-D48F-4D9D7D892B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67" t="21215" r="14417" b="4746"/>
          <a:stretch>
            <a:fillRect/>
          </a:stretch>
        </p:blipFill>
        <p:spPr>
          <a:xfrm>
            <a:off x="1380279" y="1362852"/>
            <a:ext cx="9804400" cy="4795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3545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87539-D6C8-3163-939D-BC70DBCAB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87C350E-3B60-7D47-0249-54B4D0B07501}"/>
              </a:ext>
            </a:extLst>
          </p:cNvPr>
          <p:cNvSpPr/>
          <p:nvPr/>
        </p:nvSpPr>
        <p:spPr>
          <a:xfrm>
            <a:off x="0" y="-95865"/>
            <a:ext cx="12293600" cy="7049729"/>
          </a:xfrm>
          <a:prstGeom prst="rect">
            <a:avLst/>
          </a:prstGeom>
          <a:gradFill>
            <a:gsLst>
              <a:gs pos="5000">
                <a:schemeClr val="tx2">
                  <a:lumMod val="10000"/>
                  <a:lumOff val="90000"/>
                </a:schemeClr>
              </a:gs>
              <a:gs pos="74000">
                <a:schemeClr val="tx2">
                  <a:lumMod val="10000"/>
                  <a:lumOff val="90000"/>
                </a:schemeClr>
              </a:gs>
              <a:gs pos="83000">
                <a:schemeClr val="tx2">
                  <a:lumMod val="25000"/>
                  <a:lumOff val="75000"/>
                </a:schemeClr>
              </a:gs>
              <a:gs pos="100000">
                <a:schemeClr val="tx2">
                  <a:lumMod val="50000"/>
                  <a:lumOff val="5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638765-F6D4-A00E-C02F-DDFF1E338881}"/>
              </a:ext>
            </a:extLst>
          </p:cNvPr>
          <p:cNvSpPr txBox="1"/>
          <p:nvPr/>
        </p:nvSpPr>
        <p:spPr>
          <a:xfrm>
            <a:off x="3980375" y="167251"/>
            <a:ext cx="450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Bookman Old Style" panose="02050604050505020204" pitchFamily="18" charset="0"/>
              </a:rPr>
              <a:t>Final Ad Setup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4ED6D6-6184-05A3-2CA1-6BBC3C098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256" y="0"/>
            <a:ext cx="936000" cy="936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A453B2-0AC6-C04F-C020-86C09F7A9E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35" t="23065" r="15359"/>
          <a:stretch>
            <a:fillRect/>
          </a:stretch>
        </p:blipFill>
        <p:spPr>
          <a:xfrm>
            <a:off x="363255" y="1397727"/>
            <a:ext cx="5387305" cy="47897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6DB627-5626-3863-2B78-AFB4CC07E2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93" t="25278" r="13689" b="2090"/>
          <a:stretch>
            <a:fillRect/>
          </a:stretch>
        </p:blipFill>
        <p:spPr>
          <a:xfrm>
            <a:off x="6096000" y="1408410"/>
            <a:ext cx="6061651" cy="4704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8034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43F0A-DD67-4AAF-1BCF-D5746D91C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3D0475-5B7B-4F70-3A4B-40D1086E409F}"/>
              </a:ext>
            </a:extLst>
          </p:cNvPr>
          <p:cNvSpPr/>
          <p:nvPr/>
        </p:nvSpPr>
        <p:spPr>
          <a:xfrm>
            <a:off x="0" y="-95865"/>
            <a:ext cx="12293600" cy="7049729"/>
          </a:xfrm>
          <a:prstGeom prst="rect">
            <a:avLst/>
          </a:prstGeom>
          <a:gradFill>
            <a:gsLst>
              <a:gs pos="5000">
                <a:schemeClr val="tx2">
                  <a:lumMod val="10000"/>
                  <a:lumOff val="90000"/>
                </a:schemeClr>
              </a:gs>
              <a:gs pos="74000">
                <a:schemeClr val="tx2">
                  <a:lumMod val="10000"/>
                  <a:lumOff val="90000"/>
                </a:schemeClr>
              </a:gs>
              <a:gs pos="83000">
                <a:schemeClr val="tx2">
                  <a:lumMod val="25000"/>
                  <a:lumOff val="75000"/>
                </a:schemeClr>
              </a:gs>
              <a:gs pos="100000">
                <a:schemeClr val="tx2">
                  <a:lumMod val="50000"/>
                  <a:lumOff val="5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83DCCB-48ED-C94D-560C-8C5D16043131}"/>
              </a:ext>
            </a:extLst>
          </p:cNvPr>
          <p:cNvSpPr txBox="1"/>
          <p:nvPr/>
        </p:nvSpPr>
        <p:spPr>
          <a:xfrm>
            <a:off x="3980375" y="167251"/>
            <a:ext cx="450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Bookman Old Style" panose="02050604050505020204" pitchFamily="18" charset="0"/>
              </a:rPr>
              <a:t>Conversations and Tracking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C8A728-9DEF-AF94-26FE-04596A782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531" y="0"/>
            <a:ext cx="936000" cy="936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2F44DE2-C6C1-A050-F30B-B31ADBA9E5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42" t="25059" r="13908"/>
          <a:stretch>
            <a:fillRect/>
          </a:stretch>
        </p:blipFill>
        <p:spPr>
          <a:xfrm>
            <a:off x="2804159" y="1218411"/>
            <a:ext cx="6248401" cy="4853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6362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2BC8F-1537-4416-F620-3633A4645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208269F-4F8B-12F7-C51C-7DC05CB57E7D}"/>
              </a:ext>
            </a:extLst>
          </p:cNvPr>
          <p:cNvSpPr/>
          <p:nvPr/>
        </p:nvSpPr>
        <p:spPr>
          <a:xfrm>
            <a:off x="0" y="-95865"/>
            <a:ext cx="12293600" cy="7049729"/>
          </a:xfrm>
          <a:prstGeom prst="rect">
            <a:avLst/>
          </a:prstGeom>
          <a:gradFill>
            <a:gsLst>
              <a:gs pos="5000">
                <a:schemeClr val="tx2">
                  <a:lumMod val="10000"/>
                  <a:lumOff val="90000"/>
                </a:schemeClr>
              </a:gs>
              <a:gs pos="74000">
                <a:schemeClr val="tx2">
                  <a:lumMod val="10000"/>
                  <a:lumOff val="90000"/>
                </a:schemeClr>
              </a:gs>
              <a:gs pos="83000">
                <a:schemeClr val="tx2">
                  <a:lumMod val="25000"/>
                  <a:lumOff val="75000"/>
                </a:schemeClr>
              </a:gs>
              <a:gs pos="100000">
                <a:schemeClr val="tx2">
                  <a:lumMod val="50000"/>
                  <a:lumOff val="5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1810E9-BC44-37C1-6933-00B244C6B05E}"/>
              </a:ext>
            </a:extLst>
          </p:cNvPr>
          <p:cNvSpPr txBox="1"/>
          <p:nvPr/>
        </p:nvSpPr>
        <p:spPr>
          <a:xfrm>
            <a:off x="3980375" y="167251"/>
            <a:ext cx="450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Bookman Old Style" panose="02050604050505020204" pitchFamily="18" charset="0"/>
              </a:rPr>
              <a:t>Final Ad Preview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D178A3-C4E5-F9D4-6452-3B9756B53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531" y="-87071"/>
            <a:ext cx="936000" cy="936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FDB620-CCFF-CC97-D761-D400E2991E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4" t="31740" r="991"/>
          <a:stretch>
            <a:fillRect/>
          </a:stretch>
        </p:blipFill>
        <p:spPr>
          <a:xfrm>
            <a:off x="488785" y="1762095"/>
            <a:ext cx="11484060" cy="4258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5448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D5DF7-E085-2B93-5CCD-B7724669D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05CE335-EA5B-EFFC-6072-4C5B246AB57D}"/>
              </a:ext>
            </a:extLst>
          </p:cNvPr>
          <p:cNvSpPr/>
          <p:nvPr/>
        </p:nvSpPr>
        <p:spPr>
          <a:xfrm>
            <a:off x="0" y="-95865"/>
            <a:ext cx="12293600" cy="7049729"/>
          </a:xfrm>
          <a:prstGeom prst="rect">
            <a:avLst/>
          </a:prstGeom>
          <a:gradFill>
            <a:gsLst>
              <a:gs pos="5000">
                <a:schemeClr val="tx2">
                  <a:lumMod val="10000"/>
                  <a:lumOff val="90000"/>
                </a:schemeClr>
              </a:gs>
              <a:gs pos="74000">
                <a:schemeClr val="tx2">
                  <a:lumMod val="10000"/>
                  <a:lumOff val="90000"/>
                </a:schemeClr>
              </a:gs>
              <a:gs pos="83000">
                <a:schemeClr val="tx2">
                  <a:lumMod val="25000"/>
                  <a:lumOff val="75000"/>
                </a:schemeClr>
              </a:gs>
              <a:gs pos="100000">
                <a:schemeClr val="tx2">
                  <a:lumMod val="50000"/>
                  <a:lumOff val="5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C81C84-F37F-C933-94F3-8CBF18EFB2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08" b="19222"/>
          <a:stretch>
            <a:fillRect/>
          </a:stretch>
        </p:blipFill>
        <p:spPr>
          <a:xfrm>
            <a:off x="2582589" y="1936954"/>
            <a:ext cx="7813405" cy="2801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66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436</Words>
  <Application>Microsoft Office PowerPoint</Application>
  <PresentationFormat>Widescreen</PresentationFormat>
  <Paragraphs>79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Aptos</vt:lpstr>
      <vt:lpstr>Aptos Display</vt:lpstr>
      <vt:lpstr>Arial</vt:lpstr>
      <vt:lpstr>Arial Black</vt:lpstr>
      <vt:lpstr>Bodoni MT</vt:lpstr>
      <vt:lpstr>Bookman Old Style</vt:lpstr>
      <vt:lpstr>Calibri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Meenakshi Mali</dc:creator>
  <cp:lastModifiedBy>Meenakshi Mali</cp:lastModifiedBy>
  <cp:revision>11</cp:revision>
  <dcterms:created xsi:type="dcterms:W3CDTF">2026-09-16T07:30:19Z</dcterms:created>
  <dcterms:modified xsi:type="dcterms:W3CDTF">2026-09-18T03:48:27Z</dcterms:modified>
</cp:coreProperties>
</file>
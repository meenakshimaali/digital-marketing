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90" r:id="rId2"/>
    <p:sldId id="284" r:id="rId3"/>
    <p:sldId id="286" r:id="rId4"/>
    <p:sldId id="289" r:id="rId5"/>
    <p:sldId id="291" r:id="rId6"/>
    <p:sldId id="327" r:id="rId7"/>
    <p:sldId id="300" r:id="rId8"/>
    <p:sldId id="328" r:id="rId9"/>
    <p:sldId id="301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6" r:id="rId20"/>
    <p:sldId id="315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9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2866" y="1037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2F97E-EFB7-43F8-AC6C-C3E6507D680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77D6D-F718-4221-9A2B-E1529308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79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2B165-69A5-D62D-1BC3-0B7B028E7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D2191-F3C1-CF45-A510-463ED3A94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F6358-1D23-ACE4-48E0-8FADCDC7B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3758F-333F-474D-94EF-D80C84D8F97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94B6-643C-67E2-DFE2-0AE1ED22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7A88D-2EA0-096F-099D-E472A123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1595E-80E3-4043-AD67-DC1734264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256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C583-F0CA-C199-F766-0EDC7C66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48F94-49AD-0735-C66E-E2C87219E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CE369-4C98-C959-57D7-333F7878C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3758F-333F-474D-94EF-D80C84D8F97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898DE-ABA9-768C-E127-724A22A7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0803F-590E-5762-263B-7D00F590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1595E-80E3-4043-AD67-DC1734264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32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5D692-BFCD-E5A3-937A-B7F19BEB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C1B9B-2917-795A-FE93-2271C8095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9C6EF-61CC-51DB-8D13-9CC6E049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3758F-333F-474D-94EF-D80C84D8F97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2FAE7-576F-2642-6C3D-25015D92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2E807-4421-7F7E-B3E7-2074F444C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1595E-80E3-4043-AD67-DC1734264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53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F8DFB-3220-34F1-D183-A3F6D031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CAD33-00DA-1776-4CAE-9FCA4261B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D97C8-E516-6580-3EEC-D822E8551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4D4FF-A549-36F2-0A1E-0D4D31CE8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3758F-333F-474D-94EF-D80C84D8F97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A97AF-0EB5-7587-F4A3-405E9770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06BB6-77A9-702D-5496-BA17CFA79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1595E-80E3-4043-AD67-DC1734264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15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A9D3-3B44-79EF-87EC-C94DD2E9C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7AC41-CD81-5BBE-665F-F8BFCD355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8F85E-5304-9E94-BFD6-A04285A87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7D691-ABB6-1FDC-A9BE-332E49FF2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043382-7582-5FED-E41E-16122E5BF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7A5906-0453-B6CE-FECE-65FA2F420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3758F-333F-474D-94EF-D80C84D8F97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EC5814-6B07-0B95-36FF-E43B879C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4B136-8406-87B7-8C0F-A294DAC0C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1595E-80E3-4043-AD67-DC1734264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23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0F929-B21C-FACA-1FA3-F31716C5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90FFC4-C0F3-FD6E-C73B-E3E2D3C9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3758F-333F-474D-94EF-D80C84D8F97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A147B-D29B-449B-C28A-AA5A3F7A1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8DADA-010D-6663-83F8-E79D0658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1595E-80E3-4043-AD67-DC1734264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56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2CD647-B101-677F-B880-53EAC76D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3758F-333F-474D-94EF-D80C84D8F97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0ACFE4-47AF-8367-4B89-9ACEE267C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D3CF9-947D-7BF5-546A-AB656228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1595E-80E3-4043-AD67-DC1734264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71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8E02-AF63-8129-3BAD-5E348DF8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279D8-AD59-8C23-BCFF-E003CC915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2A42A-59BC-46B2-36FB-F0B7DF564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BA1E8-239F-743D-D29C-92367295F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3758F-333F-474D-94EF-D80C84D8F97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48E32-6F74-A02F-92E7-BA1DC8CD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3E161-552C-609F-B95E-FBE87AB1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1595E-80E3-4043-AD67-DC1734264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058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BBEF-0D40-6245-35E9-6FE37A22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928E10-9CF1-DA3C-39DD-7E81624983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D4EF6-77E2-E3F3-DCB8-19135F94A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503AB-E991-AB66-A0C9-86C37A268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3758F-333F-474D-94EF-D80C84D8F97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FC3C5-6FB0-3A95-4B7C-8F6C8EF6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AC252-00C9-5DEC-79F5-4F37CA4D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1595E-80E3-4043-AD67-DC1734264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371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FF6E-8AE4-E9D0-7074-0DAE45A2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2B1B6-3854-DE1B-B525-60ED19852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32170-4ABD-47BB-896D-1729C015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3758F-333F-474D-94EF-D80C84D8F97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B7ABC-BF93-23FB-40EA-79CD7FF2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B7B9-45A7-D4BF-E946-6429470CD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1595E-80E3-4043-AD67-DC1734264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11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04342B-BD07-09AA-58DD-3B700B6C3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0D69A-21C3-A62E-EDF0-DA86AFF9D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6242A-DD3E-E596-304A-74349E33E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3758F-333F-474D-94EF-D80C84D8F97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F2619-4EAC-B85D-ABA8-62759AAF6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D9E73-02BE-CEE8-3679-2CC0A1FE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1595E-80E3-4043-AD67-DC1734264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288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6AEF5-E942-A0DB-C8C9-4FB8D56F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1956A-9C0B-9BAB-C660-8EFA0DA40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21E1E-6AA4-B4BA-A5D9-7286BDB56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3758F-333F-474D-94EF-D80C84D8F97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6DA5A-78FF-C367-E84A-E1725CA94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D52FE-7CDF-BFFD-3C7D-C9C5A067D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1595E-80E3-4043-AD67-DC1734264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1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dezyneecole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BE3E12-7B0D-2BA9-CB5E-482172F40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63" t="24976" r="2" b="15851"/>
          <a:stretch>
            <a:fillRect/>
          </a:stretch>
        </p:blipFill>
        <p:spPr>
          <a:xfrm>
            <a:off x="-1570891" y="-257908"/>
            <a:ext cx="13762892" cy="921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43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B7A8797E-4CDE-4867-DBDA-1250F4B6D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6670" y="935971"/>
            <a:ext cx="769112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Assignment Folio of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Submitted to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Dezyne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École College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Toward Digital Marketing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CA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3</a:t>
            </a:r>
            <a:r>
              <a:rPr lang="en-US" altLang="en-US" sz="16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rd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Semester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Meenakshi Mali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A4B9F9CF-4224-A692-32B5-4C85DDC83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967" y="5354790"/>
            <a:ext cx="4888523" cy="1134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Dezyne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École College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106/10, Civil Lines, Ajmer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/>
              </a:rPr>
              <a:t>www.dezyneecole.com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563C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500" dirty="0">
                <a:ea typeface="Calibri" panose="020F0502020204030204" pitchFamily="34" charset="0"/>
              </a:rPr>
              <a:t>2026-2028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6EFBB8-C1F4-BDE9-52A6-8F58DF04CCA0}"/>
              </a:ext>
            </a:extLst>
          </p:cNvPr>
          <p:cNvCxnSpPr/>
          <p:nvPr/>
        </p:nvCxnSpPr>
        <p:spPr>
          <a:xfrm>
            <a:off x="12588240" y="3657600"/>
            <a:ext cx="91440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969D57-9748-F831-0705-D95471CA9646}"/>
              </a:ext>
            </a:extLst>
          </p:cNvPr>
          <p:cNvCxnSpPr>
            <a:cxnSpLocks/>
          </p:cNvCxnSpPr>
          <p:nvPr/>
        </p:nvCxnSpPr>
        <p:spPr>
          <a:xfrm>
            <a:off x="294968" y="611883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D36E1A-E02B-6D8F-42DA-1D8AABB53209}"/>
              </a:ext>
            </a:extLst>
          </p:cNvPr>
          <p:cNvSpPr txBox="1"/>
          <p:nvPr/>
        </p:nvSpPr>
        <p:spPr>
          <a:xfrm>
            <a:off x="9122800" y="136791"/>
            <a:ext cx="281353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40EFA-16E5-4749-56D8-B1A5F1C3CB4A}"/>
              </a:ext>
            </a:extLst>
          </p:cNvPr>
          <p:cNvSpPr txBox="1"/>
          <p:nvPr/>
        </p:nvSpPr>
        <p:spPr>
          <a:xfrm>
            <a:off x="187569" y="205438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476C3-FD6B-BBBB-3FE7-C097D12DD2F5}"/>
              </a:ext>
            </a:extLst>
          </p:cNvPr>
          <p:cNvSpPr txBox="1"/>
          <p:nvPr/>
        </p:nvSpPr>
        <p:spPr>
          <a:xfrm>
            <a:off x="187568" y="674361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00D149-F628-044E-0039-63A785F1EABB}"/>
              </a:ext>
            </a:extLst>
          </p:cNvPr>
          <p:cNvSpPr txBox="1"/>
          <p:nvPr/>
        </p:nvSpPr>
        <p:spPr>
          <a:xfrm>
            <a:off x="5003560" y="4349815"/>
            <a:ext cx="1657339" cy="953063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DBF45E-BAD1-DF12-8E84-05DF188220BF}"/>
              </a:ext>
            </a:extLst>
          </p:cNvPr>
          <p:cNvCxnSpPr>
            <a:cxnSpLocks/>
          </p:cNvCxnSpPr>
          <p:nvPr/>
        </p:nvCxnSpPr>
        <p:spPr>
          <a:xfrm>
            <a:off x="388374" y="6525986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374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7859-BB80-F4CE-5A29-35A1DC97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56C41E-846E-8A10-3084-5ABB7CED1123}"/>
              </a:ext>
            </a:extLst>
          </p:cNvPr>
          <p:cNvCxnSpPr/>
          <p:nvPr/>
        </p:nvCxnSpPr>
        <p:spPr>
          <a:xfrm>
            <a:off x="12588240" y="3657600"/>
            <a:ext cx="91440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71B645-F9D8-B629-C99B-ED54968946C8}"/>
              </a:ext>
            </a:extLst>
          </p:cNvPr>
          <p:cNvCxnSpPr>
            <a:cxnSpLocks/>
          </p:cNvCxnSpPr>
          <p:nvPr/>
        </p:nvCxnSpPr>
        <p:spPr>
          <a:xfrm>
            <a:off x="735075" y="735916"/>
            <a:ext cx="1034353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9A2AAC-BCC4-A1AA-C9E1-B6245CC48FC8}"/>
              </a:ext>
            </a:extLst>
          </p:cNvPr>
          <p:cNvSpPr txBox="1"/>
          <p:nvPr/>
        </p:nvSpPr>
        <p:spPr>
          <a:xfrm>
            <a:off x="9774701" y="282277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Case Study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D653B6-E739-25B8-9B01-626F9B7F5EBD}"/>
              </a:ext>
            </a:extLst>
          </p:cNvPr>
          <p:cNvSpPr txBox="1"/>
          <p:nvPr/>
        </p:nvSpPr>
        <p:spPr>
          <a:xfrm>
            <a:off x="633044" y="347566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4682B5-B501-ED76-DE5D-9A6E57E2A01B}"/>
              </a:ext>
            </a:extLst>
          </p:cNvPr>
          <p:cNvSpPr txBox="1"/>
          <p:nvPr/>
        </p:nvSpPr>
        <p:spPr>
          <a:xfrm>
            <a:off x="633044" y="751968"/>
            <a:ext cx="2813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200" dirty="0">
              <a:latin typeface="Arial" panose="020B0604020202020204" pitchFamily="34" charset="0"/>
            </a:endParaRPr>
          </a:p>
          <a:p>
            <a:endParaRPr lang="en-IN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3A7CE1-D839-5E49-4BFF-A12CBD7D9A87}"/>
              </a:ext>
            </a:extLst>
          </p:cNvPr>
          <p:cNvSpPr txBox="1"/>
          <p:nvPr/>
        </p:nvSpPr>
        <p:spPr>
          <a:xfrm>
            <a:off x="609601" y="1148856"/>
            <a:ext cx="10828420" cy="4560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500" dirty="0"/>
              <a:t>We take this opportunity to express our sincere gratitude to </a:t>
            </a:r>
            <a:r>
              <a:rPr lang="en-IN" sz="1500" dirty="0" err="1"/>
              <a:t>Dezyne</a:t>
            </a:r>
            <a:r>
              <a:rPr lang="en-IN" sz="1500" dirty="0"/>
              <a:t> École College for providing us with the knowledge, resources, and guidance essential to the successful completion of this project.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Our deepest thanks to our respected Principal, </a:t>
            </a:r>
            <a:r>
              <a:rPr lang="en-IN" sz="1500" b="1" dirty="0"/>
              <a:t>Dr. Vinita Mathur</a:t>
            </a:r>
            <a:r>
              <a:rPr lang="en-IN" sz="1500" dirty="0"/>
              <a:t>, for her visionary leadership and continuous encouragement. Her commitment to academic excellence and student growth has been a constant source of motivation and pride.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We are equally thankful to all our faculty members for their consistent support, expert advice, and valuable insights that shaped our learning and helped us achieve this milestone.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Lastly, we extend heartfelt thanks to everyone who directly or indirectly contributed to the success of this project.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We are proud to be part of </a:t>
            </a:r>
            <a:r>
              <a:rPr lang="en-IN" sz="1500" dirty="0" err="1"/>
              <a:t>Dezyne</a:t>
            </a:r>
            <a:r>
              <a:rPr lang="en-IN" sz="1500" dirty="0"/>
              <a:t> École College, an institution that truly nurtures professionalism, innovation, and purpose.</a:t>
            </a:r>
          </a:p>
          <a:p>
            <a:pPr>
              <a:lnSpc>
                <a:spcPct val="150000"/>
              </a:lnSpc>
            </a:pPr>
            <a:endParaRPr lang="en-IN" sz="1500" b="1" dirty="0"/>
          </a:p>
          <a:p>
            <a:pPr>
              <a:lnSpc>
                <a:spcPct val="150000"/>
              </a:lnSpc>
            </a:pPr>
            <a:r>
              <a:rPr lang="en-IN" sz="1500" dirty="0"/>
              <a:t>With sincere appreciation,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Meenakshi Mali</a:t>
            </a:r>
            <a:br>
              <a:rPr lang="en-IN" sz="1500" dirty="0"/>
            </a:br>
            <a:r>
              <a:rPr lang="en-IN" sz="1500" dirty="0"/>
              <a:t>Department of BCA</a:t>
            </a:r>
            <a:br>
              <a:rPr lang="en-IN" sz="1500" dirty="0"/>
            </a:br>
            <a:r>
              <a:rPr lang="en-IN" sz="1500" dirty="0" err="1"/>
              <a:t>Dezyne</a:t>
            </a:r>
            <a:r>
              <a:rPr lang="en-IN" sz="1500" dirty="0"/>
              <a:t> École College, Ajmer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FC9F04-B29B-9EB1-47C2-3301A9387ECD}"/>
              </a:ext>
            </a:extLst>
          </p:cNvPr>
          <p:cNvCxnSpPr>
            <a:cxnSpLocks/>
          </p:cNvCxnSpPr>
          <p:nvPr/>
        </p:nvCxnSpPr>
        <p:spPr>
          <a:xfrm>
            <a:off x="837934" y="6315722"/>
            <a:ext cx="1034353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9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2DBD1-BCB4-1E03-10E5-8C4957DE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4DE50A-B25A-3B50-288E-0DC29F089609}"/>
              </a:ext>
            </a:extLst>
          </p:cNvPr>
          <p:cNvCxnSpPr/>
          <p:nvPr/>
        </p:nvCxnSpPr>
        <p:spPr>
          <a:xfrm>
            <a:off x="12588240" y="3657600"/>
            <a:ext cx="91440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A5E3BC-9A16-7B42-5EBA-D79E749E138B}"/>
              </a:ext>
            </a:extLst>
          </p:cNvPr>
          <p:cNvCxnSpPr>
            <a:cxnSpLocks/>
          </p:cNvCxnSpPr>
          <p:nvPr/>
        </p:nvCxnSpPr>
        <p:spPr>
          <a:xfrm>
            <a:off x="735075" y="735916"/>
            <a:ext cx="1034353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E9783A-32D5-091A-4885-6544714524D1}"/>
              </a:ext>
            </a:extLst>
          </p:cNvPr>
          <p:cNvSpPr txBox="1"/>
          <p:nvPr/>
        </p:nvSpPr>
        <p:spPr>
          <a:xfrm>
            <a:off x="9774701" y="282277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Case Study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CFF47B-7757-A595-8F2F-F11A69886B3F}"/>
              </a:ext>
            </a:extLst>
          </p:cNvPr>
          <p:cNvSpPr txBox="1"/>
          <p:nvPr/>
        </p:nvSpPr>
        <p:spPr>
          <a:xfrm>
            <a:off x="633044" y="347566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B51D40-03D2-DCAD-9E69-B9DCB0378859}"/>
              </a:ext>
            </a:extLst>
          </p:cNvPr>
          <p:cNvSpPr txBox="1"/>
          <p:nvPr/>
        </p:nvSpPr>
        <p:spPr>
          <a:xfrm>
            <a:off x="633044" y="751968"/>
            <a:ext cx="2813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200" dirty="0">
              <a:latin typeface="Arial" panose="020B0604020202020204" pitchFamily="34" charset="0"/>
            </a:endParaRPr>
          </a:p>
          <a:p>
            <a:endParaRPr lang="en-IN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CA5CD-8CAF-39E8-AC75-224B5FF05BA0}"/>
              </a:ext>
            </a:extLst>
          </p:cNvPr>
          <p:cNvSpPr txBox="1"/>
          <p:nvPr/>
        </p:nvSpPr>
        <p:spPr>
          <a:xfrm>
            <a:off x="561474" y="1437614"/>
            <a:ext cx="108284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Objective:</a:t>
            </a:r>
          </a:p>
          <a:p>
            <a:r>
              <a:rPr lang="en-IN" sz="1500" dirty="0"/>
              <a:t>Increase Website Traffic, Generate Quality Leads, Improve Brand Visibility, Boost Course Enrolments &amp; Maximise ROI</a:t>
            </a:r>
          </a:p>
          <a:p>
            <a:endParaRPr lang="en-IN" sz="1500" dirty="0"/>
          </a:p>
          <a:p>
            <a:r>
              <a:rPr lang="en-IN" sz="1500" b="1" dirty="0"/>
              <a:t>1. Search Campaign Strategy</a:t>
            </a:r>
            <a:br>
              <a:rPr lang="en-IN" sz="1500" dirty="0"/>
            </a:br>
            <a:r>
              <a:rPr lang="en-IN" sz="1500" dirty="0"/>
              <a:t>Targeted high-intent keywords related to computer courses.</a:t>
            </a:r>
          </a:p>
          <a:p>
            <a:endParaRPr lang="en-IN" sz="1500" b="1" dirty="0"/>
          </a:p>
          <a:p>
            <a:r>
              <a:rPr lang="en-IN" sz="1500" b="1" dirty="0"/>
              <a:t>2. Structure Ad Groups</a:t>
            </a:r>
            <a:br>
              <a:rPr lang="en-IN" sz="1500" dirty="0"/>
            </a:br>
            <a:r>
              <a:rPr lang="en-IN" sz="1500" dirty="0"/>
              <a:t>Separate ad groups for each course to improve relevance and Quality Score.</a:t>
            </a:r>
          </a:p>
          <a:p>
            <a:endParaRPr lang="en-IN" sz="1500" b="1" dirty="0"/>
          </a:p>
          <a:p>
            <a:r>
              <a:rPr lang="en-IN" sz="1500" b="1" dirty="0"/>
              <a:t>3. Optimized Wix Landing Page</a:t>
            </a:r>
            <a:br>
              <a:rPr lang="en-IN" sz="1500" dirty="0"/>
            </a:br>
            <a:r>
              <a:rPr lang="en-IN" sz="1500" dirty="0"/>
              <a:t>Mobile-friendly design with strong call-to-action buttons.</a:t>
            </a:r>
          </a:p>
          <a:p>
            <a:endParaRPr lang="en-IN" sz="1500" b="1" dirty="0"/>
          </a:p>
          <a:p>
            <a:r>
              <a:rPr lang="en-IN" sz="1500" b="1" dirty="0"/>
              <a:t>4. Conversion Tracking Setup</a:t>
            </a:r>
            <a:br>
              <a:rPr lang="en-IN" sz="1500" dirty="0"/>
            </a:br>
            <a:r>
              <a:rPr lang="en-IN" sz="1500" dirty="0"/>
              <a:t>Measure form submissions and call clicks for performance analysis.</a:t>
            </a:r>
          </a:p>
          <a:p>
            <a:endParaRPr lang="en-IN" sz="1500" b="1" dirty="0"/>
          </a:p>
          <a:p>
            <a:r>
              <a:rPr lang="en-IN" sz="1500" b="1" dirty="0"/>
              <a:t>5. Smart Bidding Strategy</a:t>
            </a:r>
            <a:br>
              <a:rPr lang="en-IN" sz="1500" dirty="0"/>
            </a:br>
            <a:r>
              <a:rPr lang="en-IN" sz="1500" dirty="0"/>
              <a:t>Used “Maximize Conversions” to optimize ad spend automatically.</a:t>
            </a:r>
          </a:p>
          <a:p>
            <a:endParaRPr lang="en-IN" sz="15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6EA9D1-7304-49C6-F9AC-189B41498881}"/>
              </a:ext>
            </a:extLst>
          </p:cNvPr>
          <p:cNvCxnSpPr>
            <a:cxnSpLocks/>
          </p:cNvCxnSpPr>
          <p:nvPr/>
        </p:nvCxnSpPr>
        <p:spPr>
          <a:xfrm>
            <a:off x="837934" y="6315722"/>
            <a:ext cx="1034353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68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C0220E-731A-5835-1A70-BC5F0F033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069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BD4EE-FADE-680C-F996-4899B606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76A1B8-9F1E-D0AA-CAAA-C600E2930CCA}"/>
              </a:ext>
            </a:extLst>
          </p:cNvPr>
          <p:cNvSpPr/>
          <p:nvPr/>
        </p:nvSpPr>
        <p:spPr>
          <a:xfrm>
            <a:off x="-60960" y="0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A3016D-A318-0119-1C16-7E474C5481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"/>
          <a:stretch>
            <a:fillRect/>
          </a:stretch>
        </p:blipFill>
        <p:spPr>
          <a:xfrm>
            <a:off x="682485" y="763929"/>
            <a:ext cx="10827151" cy="58585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A616A4-A8C6-B3DD-0DE7-4EE5E6CE828E}"/>
              </a:ext>
            </a:extLst>
          </p:cNvPr>
          <p:cNvSpPr txBox="1"/>
          <p:nvPr/>
        </p:nvSpPr>
        <p:spPr>
          <a:xfrm>
            <a:off x="4389120" y="203200"/>
            <a:ext cx="493776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/>
              <a:t>Google Ads - 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E103A1-40D2-97D7-060E-2E06EA45E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682" y="265778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66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8DBD6-BCA2-3672-9EB0-85184F8FC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BF92CB-42A7-38FC-D7C9-BA264AE54617}"/>
              </a:ext>
            </a:extLst>
          </p:cNvPr>
          <p:cNvSpPr/>
          <p:nvPr/>
        </p:nvSpPr>
        <p:spPr>
          <a:xfrm>
            <a:off x="-60960" y="0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4DB8CE-8F51-9147-0A76-202331EF7F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71" t="11438" r="7188" b="10697"/>
          <a:stretch>
            <a:fillRect/>
          </a:stretch>
        </p:blipFill>
        <p:spPr>
          <a:xfrm>
            <a:off x="1424598" y="1194815"/>
            <a:ext cx="4707915" cy="54010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998A90-2440-2D35-CCCB-B936695B00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84" b="3807"/>
          <a:stretch>
            <a:fillRect/>
          </a:stretch>
        </p:blipFill>
        <p:spPr>
          <a:xfrm>
            <a:off x="6492994" y="1182623"/>
            <a:ext cx="4652459" cy="54207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D1C6CA-5174-E397-23FF-649CE3E751EA}"/>
              </a:ext>
            </a:extLst>
          </p:cNvPr>
          <p:cNvSpPr txBox="1"/>
          <p:nvPr/>
        </p:nvSpPr>
        <p:spPr>
          <a:xfrm>
            <a:off x="3215640" y="215232"/>
            <a:ext cx="611124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/>
              <a:t>Google Ads Account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8AB5A-D9B7-E01F-92F6-D7E2CE8D0A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159" y="1258837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133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50313-3DB9-24C6-7434-31EEF3B71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5D0901D-C54D-B960-67AB-9FB6589A770C}"/>
              </a:ext>
            </a:extLst>
          </p:cNvPr>
          <p:cNvSpPr/>
          <p:nvPr/>
        </p:nvSpPr>
        <p:spPr>
          <a:xfrm>
            <a:off x="-60960" y="12192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5FCCE-E733-4F65-1132-0A5F6C928E97}"/>
              </a:ext>
            </a:extLst>
          </p:cNvPr>
          <p:cNvSpPr txBox="1"/>
          <p:nvPr/>
        </p:nvSpPr>
        <p:spPr>
          <a:xfrm>
            <a:off x="3215640" y="215232"/>
            <a:ext cx="611124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/>
              <a:t>Google Ads Account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930F33-3F35-7122-3C3A-C0034B869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4" t="2702" r="12422" b="21018"/>
          <a:stretch>
            <a:fillRect/>
          </a:stretch>
        </p:blipFill>
        <p:spPr>
          <a:xfrm>
            <a:off x="548640" y="1024127"/>
            <a:ext cx="5218176" cy="5096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A09B1C-D9A2-6CD7-59A1-43B0324A8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18517" r="26799" b="3930"/>
          <a:stretch>
            <a:fillRect/>
          </a:stretch>
        </p:blipFill>
        <p:spPr>
          <a:xfrm>
            <a:off x="6132513" y="1011936"/>
            <a:ext cx="5571744" cy="5023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506E03-AE6E-BF9A-372D-9AB87BA33D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415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8D8D6-0F38-F220-813B-DB95602C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1ACDDE-BF73-6FAE-3982-CBEE9DFD3BC8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DC537B-EF26-AE21-DB2C-72F0CBC05526}"/>
              </a:ext>
            </a:extLst>
          </p:cNvPr>
          <p:cNvSpPr txBox="1"/>
          <p:nvPr/>
        </p:nvSpPr>
        <p:spPr>
          <a:xfrm>
            <a:off x="3215640" y="203200"/>
            <a:ext cx="611124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/>
              <a:t>Google Ads Dashboard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9FB95CE-7653-F4D3-10CA-7FDC46611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63" r="1252"/>
          <a:stretch>
            <a:fillRect/>
          </a:stretch>
        </p:blipFill>
        <p:spPr>
          <a:xfrm>
            <a:off x="421318" y="944880"/>
            <a:ext cx="11422390" cy="5440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101AE8-805B-D55C-45A9-7AEF0C03D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206784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062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5975-F08A-B21C-9A3D-B4287A9D7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357F3C-5182-DC51-C154-C3630B55AE77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0663AE-66D7-FD11-5F2D-E4FBF4EB8F7B}"/>
              </a:ext>
            </a:extLst>
          </p:cNvPr>
          <p:cNvSpPr txBox="1"/>
          <p:nvPr/>
        </p:nvSpPr>
        <p:spPr>
          <a:xfrm>
            <a:off x="4382703" y="143042"/>
            <a:ext cx="393111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/>
              <a:t>Campaign Setup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89DEDF-FE23-E0B4-F94E-381621040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0" t="36645" r="15500" b="7110"/>
          <a:stretch>
            <a:fillRect/>
          </a:stretch>
        </p:blipFill>
        <p:spPr>
          <a:xfrm>
            <a:off x="648223" y="1280160"/>
            <a:ext cx="10968580" cy="5029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E74548-03C1-C588-19C1-0EC701B6A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063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BB973-7831-28D3-AC3B-601730D9C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1B28C5-4A16-0582-CD99-5DBCBF9E3DAE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BDA47A-C829-D3AB-35D4-3ABAEE96A1F8}"/>
              </a:ext>
            </a:extLst>
          </p:cNvPr>
          <p:cNvSpPr txBox="1"/>
          <p:nvPr/>
        </p:nvSpPr>
        <p:spPr>
          <a:xfrm>
            <a:off x="3215640" y="203200"/>
            <a:ext cx="611124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/>
              <a:t>Campaign Objective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6A740-B112-1BCC-51AC-BCC11B5FB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0" t="19333" r="14500" b="15778"/>
          <a:stretch>
            <a:fillRect/>
          </a:stretch>
        </p:blipFill>
        <p:spPr>
          <a:xfrm>
            <a:off x="1402079" y="1112520"/>
            <a:ext cx="9982409" cy="52425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BAE951-88AD-48A5-8285-24F4DB468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206784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51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D8D56-EF72-D211-1B72-F4BE3F382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3AFA09-DEC0-03C9-1F01-5FBF840E8882}"/>
              </a:ext>
            </a:extLst>
          </p:cNvPr>
          <p:cNvSpPr/>
          <p:nvPr/>
        </p:nvSpPr>
        <p:spPr>
          <a:xfrm>
            <a:off x="-60960" y="-12032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F2C96-530D-216F-81EF-14140AE8EA5A}"/>
              </a:ext>
            </a:extLst>
          </p:cNvPr>
          <p:cNvSpPr txBox="1"/>
          <p:nvPr/>
        </p:nvSpPr>
        <p:spPr>
          <a:xfrm>
            <a:off x="4539114" y="263358"/>
            <a:ext cx="414768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Campaign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AF45C3-EEF0-03D9-D335-5FDA74732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0" t="23556" r="17250" b="17556"/>
          <a:stretch>
            <a:fillRect/>
          </a:stretch>
        </p:blipFill>
        <p:spPr>
          <a:xfrm>
            <a:off x="1371600" y="1143800"/>
            <a:ext cx="9966960" cy="5040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0A42EF-97C5-9DA2-96C9-3FAC41C1B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7D4A2-3AAD-3788-3B7E-7CBA92EAD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FAF7873-1892-C6AA-C4CA-07038B3252DF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13B78-4720-F736-5345-FE1DA82E3CB7}"/>
              </a:ext>
            </a:extLst>
          </p:cNvPr>
          <p:cNvSpPr txBox="1"/>
          <p:nvPr/>
        </p:nvSpPr>
        <p:spPr>
          <a:xfrm>
            <a:off x="3215640" y="203200"/>
            <a:ext cx="611124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Bidding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790FA-3E60-609C-EC37-E3A1C0E65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75" t="17112" r="14125" b="6666"/>
          <a:stretch>
            <a:fillRect/>
          </a:stretch>
        </p:blipFill>
        <p:spPr>
          <a:xfrm>
            <a:off x="2407920" y="1051560"/>
            <a:ext cx="8244840" cy="5611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16F271-8386-A435-62CD-905F5CE41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336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AF942-81D6-3C76-E517-0EC2FDD56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A3BD36-1708-3731-DB30-EFC58EBC1656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F25A4-8FE6-4655-98D8-D91BBFA0AFAE}"/>
              </a:ext>
            </a:extLst>
          </p:cNvPr>
          <p:cNvSpPr txBox="1"/>
          <p:nvPr/>
        </p:nvSpPr>
        <p:spPr>
          <a:xfrm>
            <a:off x="1417320" y="251326"/>
            <a:ext cx="935736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Campaign Setting: Location and Language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E3C786-8958-395F-C742-71D3B64BF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807" y="832429"/>
            <a:ext cx="5568232" cy="59553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E52D27-05F6-3725-3598-B0848C49C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96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F74E2-A10F-8E1F-3B5D-C49AF8E4C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C1B541-ADB0-1677-F136-455DF67FF708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EC0C8-0FBC-3433-8EE8-8B1B2EF98046}"/>
              </a:ext>
            </a:extLst>
          </p:cNvPr>
          <p:cNvSpPr txBox="1"/>
          <p:nvPr/>
        </p:nvSpPr>
        <p:spPr>
          <a:xfrm>
            <a:off x="3076893" y="114710"/>
            <a:ext cx="611124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Campaign Setting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165EFE-2B97-CC6B-123E-B3B564855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870" y="817453"/>
            <a:ext cx="6244810" cy="58047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E95874-AC6B-93CC-1FC1-1A1B7F2CE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07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6F13B-3994-2CD5-2307-A9FF1A8EC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192780-E15C-807E-B6D5-B301AF94750C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CE062-65CF-C9C8-F275-B117FFE70A1E}"/>
              </a:ext>
            </a:extLst>
          </p:cNvPr>
          <p:cNvSpPr txBox="1"/>
          <p:nvPr/>
        </p:nvSpPr>
        <p:spPr>
          <a:xfrm>
            <a:off x="2818598" y="215232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Campaign Setting: Asset Group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9DED0F-3B79-8423-B8A2-99240B78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830" y="799916"/>
            <a:ext cx="7198047" cy="60580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747401-9181-85B1-4653-2E118E8EC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46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6D980-FF21-64D3-9210-C8A0E9F7A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853141-88D7-A1E6-D72A-E36A7C67823C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5ECC2-91A0-8058-CDA4-BF4C15D12D07}"/>
              </a:ext>
            </a:extLst>
          </p:cNvPr>
          <p:cNvSpPr txBox="1"/>
          <p:nvPr/>
        </p:nvSpPr>
        <p:spPr>
          <a:xfrm>
            <a:off x="2818598" y="215232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Campaign Setting: Asset Group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9E1E0-C364-8CAE-56A7-8ED63E95DF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00" t="10444" b="6000"/>
          <a:stretch>
            <a:fillRect/>
          </a:stretch>
        </p:blipFill>
        <p:spPr>
          <a:xfrm>
            <a:off x="1752600" y="990600"/>
            <a:ext cx="9753600" cy="5730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B1DD99-C479-06B1-3E29-BB597A61A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68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C427E-40A9-7122-00BB-E62E51A9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C0DA93-DF47-FF3D-67E3-BCEF7486A487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A8F31-1DA1-361E-216C-42515CBBAC4F}"/>
              </a:ext>
            </a:extLst>
          </p:cNvPr>
          <p:cNvSpPr txBox="1"/>
          <p:nvPr/>
        </p:nvSpPr>
        <p:spPr>
          <a:xfrm>
            <a:off x="2757638" y="108552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Campaign Setting: Asset Group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DBD9CD-1CF2-749F-E99C-45EB6CAAF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100" y="700821"/>
            <a:ext cx="6366740" cy="6046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0CC967-9727-A80F-C318-C539A621E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57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67875-F430-D906-E716-C3C8EB32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648AE6-D1BD-3F36-1332-46461D94E625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868FF5-11CA-2F07-10FE-02A08A5F31E2}"/>
              </a:ext>
            </a:extLst>
          </p:cNvPr>
          <p:cNvSpPr txBox="1"/>
          <p:nvPr/>
        </p:nvSpPr>
        <p:spPr>
          <a:xfrm>
            <a:off x="2818598" y="215232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8DB05A-D904-BB52-8455-A30421943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655" y="846597"/>
            <a:ext cx="5574829" cy="59043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47DE8A-337F-36B9-E55E-E08977574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85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4852C-7861-4510-271A-C10413210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0F32B8-0CD4-2FC1-FA09-CC028EBF2AA5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78BFB-7525-C737-AEC7-9BF2FEC603A2}"/>
              </a:ext>
            </a:extLst>
          </p:cNvPr>
          <p:cNvSpPr txBox="1"/>
          <p:nvPr/>
        </p:nvSpPr>
        <p:spPr>
          <a:xfrm>
            <a:off x="2789102" y="0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Campaign Setting: Asset Group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E6221B-15DC-B819-ACF5-F66FF66CC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419" y="537172"/>
            <a:ext cx="5805432" cy="6203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3D2D8-D0A2-4B2E-6ACD-61502CF0A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168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AF78D-9109-B204-7DE9-B60350BEB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0D21AE-050C-FA38-7524-FC7C4B4BCC3F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F24D1-BCC2-1DCD-FF90-06CC597114EB}"/>
              </a:ext>
            </a:extLst>
          </p:cNvPr>
          <p:cNvSpPr txBox="1"/>
          <p:nvPr/>
        </p:nvSpPr>
        <p:spPr>
          <a:xfrm>
            <a:off x="2494564" y="441374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Campaign Setting: Signals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8593E6-4629-0805-8D9D-B028139664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647"/>
          <a:stretch>
            <a:fillRect/>
          </a:stretch>
        </p:blipFill>
        <p:spPr>
          <a:xfrm>
            <a:off x="2502571" y="1460080"/>
            <a:ext cx="7259884" cy="4508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A40A37-4B5C-5BCA-7E42-2EE4A60AF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7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3E9C1-907D-EA74-881D-BFBBF9B34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C7A1C2-4F85-E80F-F458-9FC23B1234E6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A83FE-84EE-57D9-72F3-C7D4DAF8ED12}"/>
              </a:ext>
            </a:extLst>
          </p:cNvPr>
          <p:cNvSpPr txBox="1"/>
          <p:nvPr/>
        </p:nvSpPr>
        <p:spPr>
          <a:xfrm>
            <a:off x="2818598" y="215232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Campaign Setting: Signals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7E594A-4120-29F6-708F-60C835F4E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009" y="925538"/>
            <a:ext cx="7011008" cy="56088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28C669-B13B-922E-E309-D19623FD7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11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2EECC-D7E8-104D-2772-3020F795C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E406F5-E538-BE92-A949-6C3B08A80C2E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A1121-B071-8CC2-9088-6AD6051D6743}"/>
              </a:ext>
            </a:extLst>
          </p:cNvPr>
          <p:cNvSpPr txBox="1"/>
          <p:nvPr/>
        </p:nvSpPr>
        <p:spPr>
          <a:xfrm>
            <a:off x="2818598" y="215232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Ads Preview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64C32B-5961-C048-EA81-1B5445083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820" y="1230422"/>
            <a:ext cx="2707385" cy="5116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EC45D-399A-FE46-E9B1-38CC36B8E7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63"/>
          <a:stretch>
            <a:fillRect/>
          </a:stretch>
        </p:blipFill>
        <p:spPr>
          <a:xfrm>
            <a:off x="977108" y="1239356"/>
            <a:ext cx="2690093" cy="5106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BC02FA-DF8B-508C-595D-863D0D632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9315" y="1214952"/>
            <a:ext cx="2591025" cy="51210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A6AC20-C39B-F037-0703-AAA5DF8803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32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3E3E6-BA9F-F004-7353-C487A5097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9419D0-7D8E-7C96-7B8B-C686DF922925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F4BA3-5D44-4737-14CB-6AA906169A5C}"/>
              </a:ext>
            </a:extLst>
          </p:cNvPr>
          <p:cNvSpPr txBox="1"/>
          <p:nvPr/>
        </p:nvSpPr>
        <p:spPr>
          <a:xfrm>
            <a:off x="2818598" y="215232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Ads Preview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CB2CB-E37F-A034-CC0C-C1125EF1EC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242"/>
          <a:stretch>
            <a:fillRect/>
          </a:stretch>
        </p:blipFill>
        <p:spPr>
          <a:xfrm>
            <a:off x="4956550" y="1322409"/>
            <a:ext cx="2629128" cy="4978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F8A936-D338-BE9F-1BA1-83E997FA7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858" y="1318731"/>
            <a:ext cx="2530059" cy="4999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C0950D-734F-B231-7BCA-0330CAE1B9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97"/>
          <a:stretch>
            <a:fillRect/>
          </a:stretch>
        </p:blipFill>
        <p:spPr>
          <a:xfrm>
            <a:off x="8628883" y="1291188"/>
            <a:ext cx="2537680" cy="49919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F684B1-30AA-B85E-07E2-699DFF6164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90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5A8B0-0ABF-B8ED-60EA-7C419CB7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C4C0BC-855C-D374-BF96-F71B400BF650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037DA3-BFFE-646A-B40F-B3DE50A79838}"/>
              </a:ext>
            </a:extLst>
          </p:cNvPr>
          <p:cNvSpPr txBox="1"/>
          <p:nvPr/>
        </p:nvSpPr>
        <p:spPr>
          <a:xfrm>
            <a:off x="2818598" y="215232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Ads Preview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CEF1C-D7DE-2D6A-3B8A-EDB6C1622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553" y="1390196"/>
            <a:ext cx="2179509" cy="4584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6FD8C-53D6-F2DC-A089-A73ED9AF6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371" y="1360518"/>
            <a:ext cx="2225233" cy="45650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BC39EB-7D40-0A44-2E0C-9C12A31DB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477" y="1376192"/>
            <a:ext cx="2514818" cy="4658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947E76-9F32-FEE3-18DB-B50D6E1247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35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7B3B-F16B-AD34-A230-2E6A194E4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C1956D-BC5E-AA9B-F294-B75AE3DC4C7A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F343B-0330-ABA4-A156-0AF76DFD6C94}"/>
              </a:ext>
            </a:extLst>
          </p:cNvPr>
          <p:cNvSpPr txBox="1"/>
          <p:nvPr/>
        </p:nvSpPr>
        <p:spPr>
          <a:xfrm>
            <a:off x="2818598" y="215232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Google Ads Budget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8FFB2-22F2-3FE9-FDC7-33B74C9CF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770" y="1330209"/>
            <a:ext cx="8367485" cy="48848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3EB27B-62D1-258E-72A9-890585D26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5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A66F-A218-F7A9-AE71-61EE83097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9BD69-B67C-CE31-377D-984A8F50286E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6D761-0B86-3EC5-7F72-77C5CB5C16D3}"/>
              </a:ext>
            </a:extLst>
          </p:cNvPr>
          <p:cNvSpPr txBox="1"/>
          <p:nvPr/>
        </p:nvSpPr>
        <p:spPr>
          <a:xfrm>
            <a:off x="2818598" y="215232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Google Ads Campaign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ADE8ED-B380-81E8-5D22-C3625B0A7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12" y="1012383"/>
            <a:ext cx="5295821" cy="5295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2E1FA-98CA-3673-1586-E7EBF960F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864" y="1009802"/>
            <a:ext cx="5339590" cy="52831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CE8309-6BC0-DB80-24A3-28095CFDA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196952"/>
            <a:ext cx="563511" cy="5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5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C83AA-AB28-AD85-E214-C6B0600FF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7E22F74-B15F-22D9-0F79-A97C9AC8153C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6B245A-22FA-5928-FB66-BE0D53036FB5}"/>
              </a:ext>
            </a:extLst>
          </p:cNvPr>
          <p:cNvSpPr txBox="1"/>
          <p:nvPr/>
        </p:nvSpPr>
        <p:spPr>
          <a:xfrm>
            <a:off x="2818598" y="215232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Google Ads Campaign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FB555B-B0D5-B82D-4E6E-165DB7B19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206784"/>
            <a:ext cx="563511" cy="514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B197AD-FFE5-1D0F-EE57-47F8F8DD8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532" y="940595"/>
            <a:ext cx="5860282" cy="550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19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B325C-3CFD-8D24-7516-0DC87C7E9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B18DC4-9B00-2F80-860C-48197294AA61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06DB9-400D-8E61-0C86-36868E70CCEF}"/>
              </a:ext>
            </a:extLst>
          </p:cNvPr>
          <p:cNvSpPr txBox="1"/>
          <p:nvPr/>
        </p:nvSpPr>
        <p:spPr>
          <a:xfrm>
            <a:off x="2818598" y="215232"/>
            <a:ext cx="72758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/>
              <a:t>Campaign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E7379F-1DA7-9DEC-3710-4727F104C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9" y="216616"/>
            <a:ext cx="563511" cy="514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38C05C-7470-4E78-5013-8A3F4431E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20" y="983226"/>
            <a:ext cx="11470186" cy="553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498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B0C69-6E3A-68E6-9412-C345F1E3D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C604E6-1FAD-B83D-31B0-31FA1BC30E47}"/>
              </a:ext>
            </a:extLst>
          </p:cNvPr>
          <p:cNvSpPr/>
          <p:nvPr/>
        </p:nvSpPr>
        <p:spPr>
          <a:xfrm>
            <a:off x="-60960" y="-24064"/>
            <a:ext cx="12313920" cy="693928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E514DD-72B1-E2C4-1735-AE5C9E64FA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86" y="719866"/>
            <a:ext cx="7344828" cy="519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7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397</Words>
  <Application>Microsoft Office PowerPoint</Application>
  <PresentationFormat>Widescreen</PresentationFormat>
  <Paragraphs>66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Meenakshi Mali</dc:creator>
  <cp:lastModifiedBy>Meenakshi Mali</cp:lastModifiedBy>
  <cp:revision>9</cp:revision>
  <dcterms:created xsi:type="dcterms:W3CDTF">2026-09-06T16:02:34Z</dcterms:created>
  <dcterms:modified xsi:type="dcterms:W3CDTF">2026-09-16T04:56:09Z</dcterms:modified>
</cp:coreProperties>
</file>